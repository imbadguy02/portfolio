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9" r:id="rId5"/>
    <p:sldId id="261" r:id="rId6"/>
    <p:sldId id="260" r:id="rId7"/>
    <p:sldId id="268" r:id="rId8"/>
    <p:sldId id="267" r:id="rId9"/>
    <p:sldId id="262" r:id="rId10"/>
  </p:sldIdLst>
  <p:sldSz cx="12192000" cy="6858000"/>
  <p:notesSz cx="6858000" cy="9144000"/>
  <p:defaultTextStyle>
    <a:defPPr rtl="0">
      <a:defRPr lang="pt-p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65B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3" autoAdjust="0"/>
    <p:restoredTop sz="94226" autoAdjust="0"/>
  </p:normalViewPr>
  <p:slideViewPr>
    <p:cSldViewPr snapToGrid="0">
      <p:cViewPr varScale="1">
        <p:scale>
          <a:sx n="65" d="100"/>
          <a:sy n="65" d="100"/>
        </p:scale>
        <p:origin x="757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377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440CE38B-CDE4-41DD-A997-B1A4097C94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879C4981-D9CF-4DED-A266-598CE33E59B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98FB3-AD7B-4E5F-B7A6-468D1A99301C}" type="datetime1">
              <a:rPr lang="pt-PT" smtClean="0"/>
              <a:t>29/07/2026</a:t>
            </a:fld>
            <a:endParaRPr lang="pt-PT" dirty="0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A3345E77-35EB-4B66-9799-2C9D9047EE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A83DCDAC-FBE3-4C2B-8D38-BBF1723D47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60A897-592F-49C0-B27E-FC982169108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264883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noProof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017F12-F024-44C9-A2ED-79128534B13F}" type="datetime1">
              <a:rPr lang="pt-PT" smtClean="0"/>
              <a:pPr/>
              <a:t>29/07/2026</a:t>
            </a:fld>
            <a:endParaRPr lang="pt-PT" dirty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noProof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noProof="0" dirty="0"/>
              <a:t>Editar estilos de texto do Modelo Global</a:t>
            </a:r>
          </a:p>
          <a:p>
            <a:pPr lvl="1"/>
            <a:r>
              <a:rPr lang="pt-PT" noProof="0" dirty="0"/>
              <a:t>Segundo nível</a:t>
            </a:r>
          </a:p>
          <a:p>
            <a:pPr lvl="2"/>
            <a:r>
              <a:rPr lang="pt-PT" noProof="0" dirty="0"/>
              <a:t>Terceiro nível</a:t>
            </a:r>
          </a:p>
          <a:p>
            <a:pPr lvl="3"/>
            <a:r>
              <a:rPr lang="pt-PT" noProof="0" dirty="0"/>
              <a:t>Quarto nível</a:t>
            </a:r>
          </a:p>
          <a:p>
            <a:pPr lvl="4"/>
            <a:r>
              <a:rPr lang="pt-PT" noProof="0" dirty="0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noProof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BD7CC6-82B9-4178-92C3-8C66F18E3B9B}" type="slidenum">
              <a:rPr lang="pt-PT" noProof="0" smtClean="0"/>
              <a:t>‹nº›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2272364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BD7CC6-82B9-4178-92C3-8C66F18E3B9B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73151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BD7CC6-82B9-4178-92C3-8C66F18E3B9B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76750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BD7CC6-82B9-4178-92C3-8C66F18E3B9B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4567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BD7CC6-82B9-4178-92C3-8C66F18E3B9B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55966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BD7CC6-82B9-4178-92C3-8C66F18E3B9B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57417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 6" title="Círculo com rebordo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78523" y="1098388"/>
            <a:ext cx="10318418" cy="4394988"/>
          </a:xfrm>
        </p:spPr>
        <p:txBody>
          <a:bodyPr rtlCol="0" anchor="ctr">
            <a:noAutofit/>
          </a:bodyPr>
          <a:lstStyle>
            <a:lvl1pPr algn="ctr">
              <a:defRPr sz="10000" spc="800" baseline="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2215045" y="5979196"/>
            <a:ext cx="8045373" cy="742279"/>
          </a:xfrm>
        </p:spPr>
        <p:txBody>
          <a:bodyPr rtlCol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PT" noProof="0"/>
              <a:t>Clique para editar o estilo do subtítulo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 rtlCol="0"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fld id="{2DF50DBD-5314-41DE-9551-5666DB7C0F66}" type="datetime1">
              <a:rPr lang="pt-PT" noProof="0" smtClean="0"/>
              <a:t>29/07/2026</a:t>
            </a:fld>
            <a:endParaRPr lang="pt-PT" noProof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 rtlCol="0"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endParaRPr lang="pt-PT" noProof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 rtlCol="0"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fld id="{71766878-3199-4EAB-94E7-2D6D11070E14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sp>
        <p:nvSpPr>
          <p:cNvPr id="13" name="Retângulo 12" title="limite da margem esquerda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t-PT" noProof="0"/>
              <a:t>Editar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CB4CB1-5A61-48EF-959E-39602BF7A242}" type="datetime1">
              <a:rPr lang="pt-PT" noProof="0" smtClean="0"/>
              <a:t>29/07/2026</a:t>
            </a:fld>
            <a:endParaRPr lang="pt-PT" noProof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766878-3199-4EAB-94E7-2D6D11070E14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242929" y="1073888"/>
            <a:ext cx="8187071" cy="4064627"/>
          </a:xfrm>
        </p:spPr>
        <p:txBody>
          <a:bodyPr rtlCol="0" anchor="b">
            <a:noAutofit/>
          </a:bodyPr>
          <a:lstStyle>
            <a:lvl1pPr>
              <a:defRPr sz="8200" spc="80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 hasCustomPrompt="1"/>
          </p:nvPr>
        </p:nvSpPr>
        <p:spPr>
          <a:xfrm>
            <a:off x="3242930" y="5159781"/>
            <a:ext cx="7017488" cy="951135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95A9280B-67D1-42FB-8D99-4E228846A7C4}" type="datetime1">
              <a:rPr lang="pt-PT" noProof="0" smtClean="0"/>
              <a:t>29/07/2026</a:t>
            </a:fld>
            <a:endParaRPr lang="pt-PT" noProof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endParaRPr lang="pt-PT" noProof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1766878-3199-4EAB-94E7-2D6D11070E14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grpSp>
        <p:nvGrpSpPr>
          <p:cNvPr id="7" name="Grupo 6" title="Forma à esquerda com rebordo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orma Livre 6" title="Forma à esquerda com rebordo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orma Livre 11" title="Inline à esquerda com rebordo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 hasCustomPrompt="1"/>
          </p:nvPr>
        </p:nvSpPr>
        <p:spPr>
          <a:xfrm>
            <a:off x="1257300" y="2286000"/>
            <a:ext cx="4800600" cy="3619500"/>
          </a:xfrm>
        </p:spPr>
        <p:txBody>
          <a:bodyPr rtlCol="0"/>
          <a:lstStyle/>
          <a:p>
            <a:pPr lvl="0" rtl="0"/>
            <a:r>
              <a:rPr lang="pt-PT" noProof="0"/>
              <a:t>Editar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 hasCustomPrompt="1"/>
          </p:nvPr>
        </p:nvSpPr>
        <p:spPr>
          <a:xfrm>
            <a:off x="6647796" y="2286000"/>
            <a:ext cx="4800600" cy="3619500"/>
          </a:xfrm>
        </p:spPr>
        <p:txBody>
          <a:bodyPr rtlCol="0"/>
          <a:lstStyle/>
          <a:p>
            <a:pPr lvl="0" rtl="0"/>
            <a:r>
              <a:rPr lang="pt-PT" noProof="0"/>
              <a:t>Editar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0B1BB4-9D9C-4C85-BB5F-465BB6FD9BC6}" type="datetime1">
              <a:rPr lang="pt-PT" noProof="0" smtClean="0"/>
              <a:t>29/07/2026</a:t>
            </a:fld>
            <a:endParaRPr lang="pt-PT" noProof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766878-3199-4EAB-94E7-2D6D11070E14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252728" y="381000"/>
            <a:ext cx="10172700" cy="1493517"/>
          </a:xfrm>
        </p:spPr>
        <p:txBody>
          <a:bodyPr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 hasCustomPrompt="1"/>
          </p:nvPr>
        </p:nvSpPr>
        <p:spPr>
          <a:xfrm>
            <a:off x="1251678" y="2199633"/>
            <a:ext cx="4800600" cy="632529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 hasCustomPrompt="1"/>
          </p:nvPr>
        </p:nvSpPr>
        <p:spPr>
          <a:xfrm>
            <a:off x="1257300" y="2909102"/>
            <a:ext cx="4800600" cy="2996398"/>
          </a:xfrm>
        </p:spPr>
        <p:txBody>
          <a:bodyPr rtlCol="0"/>
          <a:lstStyle/>
          <a:p>
            <a:pPr lvl="0" rtl="0"/>
            <a:r>
              <a:rPr lang="pt-PT" noProof="0"/>
              <a:t>Editar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633864" y="2199633"/>
            <a:ext cx="4800600" cy="632529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 hasCustomPrompt="1"/>
          </p:nvPr>
        </p:nvSpPr>
        <p:spPr>
          <a:xfrm>
            <a:off x="6633864" y="2909102"/>
            <a:ext cx="4800600" cy="2996398"/>
          </a:xfrm>
        </p:spPr>
        <p:txBody>
          <a:bodyPr rtlCol="0"/>
          <a:lstStyle/>
          <a:p>
            <a:pPr lvl="0" rtl="0"/>
            <a:r>
              <a:rPr lang="pt-PT" noProof="0"/>
              <a:t>Editar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AD9000-C80E-4D48-AD9E-FA28FF104178}" type="datetime1">
              <a:rPr lang="pt-PT" noProof="0" smtClean="0"/>
              <a:t>29/07/2026</a:t>
            </a:fld>
            <a:endParaRPr lang="pt-PT" noProof="0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766878-3199-4EAB-94E7-2D6D11070E14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03AC14-1373-4E7F-9F8F-06AD213ED4DC}" type="datetime1">
              <a:rPr lang="pt-PT" noProof="0" smtClean="0"/>
              <a:t>29/07/2026</a:t>
            </a:fld>
            <a:endParaRPr lang="pt-PT" noProof="0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766878-3199-4EAB-94E7-2D6D11070E14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BDFD26-4566-432D-A028-0B73495305F1}" type="datetime1">
              <a:rPr lang="pt-PT" noProof="0" smtClean="0"/>
              <a:t>29/07/2026</a:t>
            </a:fld>
            <a:endParaRPr lang="pt-PT" noProof="0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766878-3199-4EAB-94E7-2D6D11070E14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a Livre 11" title="Forma de fundo à direita com rebordo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37884" y="457199"/>
            <a:ext cx="3092115" cy="1196671"/>
          </a:xfrm>
        </p:spPr>
        <p:txBody>
          <a:bodyPr rtlCol="0"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 hasCustomPrompt="1"/>
          </p:nvPr>
        </p:nvSpPr>
        <p:spPr>
          <a:xfrm>
            <a:off x="765051" y="920377"/>
            <a:ext cx="6158418" cy="4985124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37885" y="1741336"/>
            <a:ext cx="3092115" cy="4164164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 rtlCol="0"/>
          <a:lstStyle/>
          <a:p>
            <a:pPr rtl="0"/>
            <a:fld id="{73E3A3E8-BF3C-4F18-9D0A-351CF76C8AE1}" type="datetime1">
              <a:rPr lang="pt-PT" noProof="0" smtClean="0"/>
              <a:t>29/07/2026</a:t>
            </a:fld>
            <a:endParaRPr lang="pt-PT" noProof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 rtlCol="0"/>
          <a:lstStyle/>
          <a:p>
            <a:pPr rtl="0"/>
            <a:fld id="{71766878-3199-4EAB-94E7-2D6D11070E14}" type="slidenum">
              <a:rPr lang="pt-PT" noProof="0" smtClean="0"/>
              <a:t>‹nº›</a:t>
            </a:fld>
            <a:endParaRPr lang="pt-PT" noProof="0"/>
          </a:p>
        </p:txBody>
      </p:sp>
      <p:sp>
        <p:nvSpPr>
          <p:cNvPr id="8" name="Retângulo 7" title="limite da margem esquerda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a Imagem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11" name="Forma Livre 11" title="Forma de fundo à direita com rebordo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2" name="Retângulo 11" title="limite da margem esquerda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37883" y="457200"/>
            <a:ext cx="3092117" cy="1196670"/>
          </a:xfrm>
        </p:spPr>
        <p:txBody>
          <a:bodyPr rtlCol="0"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37883" y="1741336"/>
            <a:ext cx="3092117" cy="4164164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PT" noProof="0"/>
              <a:t>Editar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 rtlCol="0"/>
          <a:lstStyle/>
          <a:p>
            <a:pPr rtl="0"/>
            <a:fld id="{0474B6B4-5410-47E3-8014-7A161AA44D8E}" type="datetime1">
              <a:rPr lang="pt-PT" noProof="0" smtClean="0"/>
              <a:t>29/07/2026</a:t>
            </a:fld>
            <a:endParaRPr lang="pt-PT" noProof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 rtlCol="0"/>
          <a:lstStyle/>
          <a:p>
            <a:pPr rtl="0"/>
            <a:fld id="{71766878-3199-4EAB-94E7-2D6D11070E14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pt-PT" noProof="0"/>
              <a:t>Editar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DDB4DD-3C39-4157-9D7B-531BA10791BA}" type="datetime1">
              <a:rPr lang="pt-PT" noProof="0" smtClean="0"/>
              <a:t>29/07/2026</a:t>
            </a:fld>
            <a:endParaRPr lang="pt-PT" noProof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766878-3199-4EAB-94E7-2D6D11070E14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10066321" y="382386"/>
            <a:ext cx="1492132" cy="5600404"/>
          </a:xfrm>
        </p:spPr>
        <p:txBody>
          <a:bodyPr vert="eaVert"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257300" y="382385"/>
            <a:ext cx="8392585" cy="5600405"/>
          </a:xfrm>
        </p:spPr>
        <p:txBody>
          <a:bodyPr vert="eaVert" rtlCol="0"/>
          <a:lstStyle/>
          <a:p>
            <a:pPr lvl="0" rtl="0"/>
            <a:r>
              <a:rPr lang="pt-PT" noProof="0"/>
              <a:t>Editar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BBCAAB-A136-4DA9-A2F6-652E1E4807F3}" type="datetime1">
              <a:rPr lang="pt-PT" noProof="0" smtClean="0"/>
              <a:t>29/07/2026</a:t>
            </a:fld>
            <a:endParaRPr lang="pt-PT" noProof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766878-3199-4EAB-94E7-2D6D11070E14}" type="slidenum">
              <a:rPr lang="pt-PT" noProof="0" smtClean="0"/>
              <a:t>‹nº›</a:t>
            </a:fld>
            <a:endParaRPr lang="pt-PT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PT" noProof="0" dirty="0"/>
              <a:t>Editar estilos de texto do Modelo Global</a:t>
            </a:r>
          </a:p>
          <a:p>
            <a:pPr lvl="1" rtl="0"/>
            <a:r>
              <a:rPr lang="pt-PT" noProof="0" dirty="0"/>
              <a:t>Segundo nível</a:t>
            </a:r>
          </a:p>
          <a:p>
            <a:pPr lvl="2" rtl="0"/>
            <a:r>
              <a:rPr lang="pt-PT" noProof="0" dirty="0"/>
              <a:t>Terceiro nível</a:t>
            </a:r>
          </a:p>
          <a:p>
            <a:pPr lvl="3" rtl="0"/>
            <a:r>
              <a:rPr lang="pt-PT" noProof="0" dirty="0"/>
              <a:t>Quarto nível</a:t>
            </a:r>
          </a:p>
          <a:p>
            <a:pPr lvl="4" rtl="0"/>
            <a:r>
              <a:rPr lang="pt-PT" noProof="0" dirty="0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070E371C-226C-43C4-93AA-9D63E5CC8015}" type="datetime1">
              <a:rPr lang="pt-PT" noProof="0" smtClean="0"/>
              <a:t>29/07/2026</a:t>
            </a:fld>
            <a:endParaRPr lang="pt-PT" noProof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pt-PT" noProof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71766878-3199-4EAB-94E7-2D6D11070E14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sp>
        <p:nvSpPr>
          <p:cNvPr id="11" name="Forma Livre 6" title="Limite na margem esquerda com rebordo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2" name="Retângulo 11" title="limite da margem direita com rebordo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415DEDD7-7B31-4EF1-B7C7-5AEE3208C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219199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CDB82B-9AC0-402E-A811-491974D41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849" y="954923"/>
            <a:ext cx="5875694" cy="4504620"/>
          </a:xfrm>
        </p:spPr>
        <p:txBody>
          <a:bodyPr rtlCol="0">
            <a:normAutofit/>
          </a:bodyPr>
          <a:lstStyle/>
          <a:p>
            <a:pPr rtl="0"/>
            <a:r>
              <a:rPr lang="pt-PT" sz="9600" dirty="0">
                <a:solidFill>
                  <a:schemeClr val="bg2">
                    <a:lumMod val="25000"/>
                  </a:schemeClr>
                </a:solidFill>
              </a:rPr>
              <a:t>BARBER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CB66A7-6ECC-411D-A565-9A33C392681B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ltGray">
          <a:xfrm>
            <a:off x="643158" y="4839393"/>
            <a:ext cx="5877385" cy="841803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pt-PT" sz="2400" dirty="0">
                <a:solidFill>
                  <a:schemeClr val="bg1">
                    <a:lumMod val="85000"/>
                  </a:schemeClr>
                </a:solidFill>
              </a:rPr>
              <a:t>By: </a:t>
            </a:r>
            <a:r>
              <a:rPr lang="pt-PT" sz="2400" dirty="0" err="1">
                <a:solidFill>
                  <a:schemeClr val="bg1">
                    <a:lumMod val="85000"/>
                  </a:schemeClr>
                </a:solidFill>
              </a:rPr>
              <a:t>ana</a:t>
            </a:r>
            <a:r>
              <a:rPr lang="pt-PT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t-PT" sz="2400" dirty="0" err="1">
                <a:solidFill>
                  <a:schemeClr val="bg1">
                    <a:lumMod val="85000"/>
                  </a:schemeClr>
                </a:solidFill>
              </a:rPr>
              <a:t>lopes</a:t>
            </a:r>
            <a:endParaRPr lang="pt-PT" sz="2400" dirty="0">
              <a:solidFill>
                <a:schemeClr val="bg1">
                  <a:lumMod val="85000"/>
                </a:schemeClr>
              </a:solidFill>
            </a:endParaRPr>
          </a:p>
          <a:p>
            <a:pPr rtl="0"/>
            <a:r>
              <a:rPr lang="pt-PT" sz="2400" dirty="0">
                <a:solidFill>
                  <a:schemeClr val="bg1">
                    <a:lumMod val="85000"/>
                  </a:schemeClr>
                </a:solidFill>
              </a:rPr>
              <a:t>UFCD LEA_B3_A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242CC7A-3D6E-47A4-B9D1-860978459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6174" y="0"/>
            <a:ext cx="5282519" cy="6858000"/>
          </a:xfrm>
          <a:custGeom>
            <a:avLst/>
            <a:gdLst>
              <a:gd name="connsiteX0" fmla="*/ 189795 w 5282519"/>
              <a:gd name="connsiteY0" fmla="*/ 0 h 6858000"/>
              <a:gd name="connsiteX1" fmla="*/ 5282519 w 5282519"/>
              <a:gd name="connsiteY1" fmla="*/ 0 h 6858000"/>
              <a:gd name="connsiteX2" fmla="*/ 5282519 w 5282519"/>
              <a:gd name="connsiteY2" fmla="*/ 6858000 h 6858000"/>
              <a:gd name="connsiteX3" fmla="*/ 189795 w 5282519"/>
              <a:gd name="connsiteY3" fmla="*/ 6858000 h 6858000"/>
              <a:gd name="connsiteX4" fmla="*/ 184756 w 5282519"/>
              <a:gd name="connsiteY4" fmla="*/ 6791325 h 6858000"/>
              <a:gd name="connsiteX5" fmla="*/ 176358 w 5282519"/>
              <a:gd name="connsiteY5" fmla="*/ 6735762 h 6858000"/>
              <a:gd name="connsiteX6" fmla="*/ 166281 w 5282519"/>
              <a:gd name="connsiteY6" fmla="*/ 6683375 h 6858000"/>
              <a:gd name="connsiteX7" fmla="*/ 149485 w 5282519"/>
              <a:gd name="connsiteY7" fmla="*/ 6640512 h 6858000"/>
              <a:gd name="connsiteX8" fmla="*/ 132689 w 5282519"/>
              <a:gd name="connsiteY8" fmla="*/ 6597650 h 6858000"/>
              <a:gd name="connsiteX9" fmla="*/ 112534 w 5282519"/>
              <a:gd name="connsiteY9" fmla="*/ 6561137 h 6858000"/>
              <a:gd name="connsiteX10" fmla="*/ 92379 w 5282519"/>
              <a:gd name="connsiteY10" fmla="*/ 6523037 h 6858000"/>
              <a:gd name="connsiteX11" fmla="*/ 73903 w 5282519"/>
              <a:gd name="connsiteY11" fmla="*/ 6488112 h 6858000"/>
              <a:gd name="connsiteX12" fmla="*/ 55427 w 5282519"/>
              <a:gd name="connsiteY12" fmla="*/ 6448425 h 6858000"/>
              <a:gd name="connsiteX13" fmla="*/ 38632 w 5282519"/>
              <a:gd name="connsiteY13" fmla="*/ 6407150 h 6858000"/>
              <a:gd name="connsiteX14" fmla="*/ 23515 w 5282519"/>
              <a:gd name="connsiteY14" fmla="*/ 6361112 h 6858000"/>
              <a:gd name="connsiteX15" fmla="*/ 11758 w 5282519"/>
              <a:gd name="connsiteY15" fmla="*/ 6311900 h 6858000"/>
              <a:gd name="connsiteX16" fmla="*/ 3359 w 5282519"/>
              <a:gd name="connsiteY16" fmla="*/ 6251575 h 6858000"/>
              <a:gd name="connsiteX17" fmla="*/ 0 w 5282519"/>
              <a:gd name="connsiteY17" fmla="*/ 6183312 h 6858000"/>
              <a:gd name="connsiteX18" fmla="*/ 3359 w 5282519"/>
              <a:gd name="connsiteY18" fmla="*/ 6113462 h 6858000"/>
              <a:gd name="connsiteX19" fmla="*/ 11758 w 5282519"/>
              <a:gd name="connsiteY19" fmla="*/ 6056312 h 6858000"/>
              <a:gd name="connsiteX20" fmla="*/ 23515 w 5282519"/>
              <a:gd name="connsiteY20" fmla="*/ 6003925 h 6858000"/>
              <a:gd name="connsiteX21" fmla="*/ 38632 w 5282519"/>
              <a:gd name="connsiteY21" fmla="*/ 5956300 h 6858000"/>
              <a:gd name="connsiteX22" fmla="*/ 55427 w 5282519"/>
              <a:gd name="connsiteY22" fmla="*/ 5915025 h 6858000"/>
              <a:gd name="connsiteX23" fmla="*/ 75583 w 5282519"/>
              <a:gd name="connsiteY23" fmla="*/ 5876925 h 6858000"/>
              <a:gd name="connsiteX24" fmla="*/ 95738 w 5282519"/>
              <a:gd name="connsiteY24" fmla="*/ 5840412 h 6858000"/>
              <a:gd name="connsiteX25" fmla="*/ 115893 w 5282519"/>
              <a:gd name="connsiteY25" fmla="*/ 5802312 h 6858000"/>
              <a:gd name="connsiteX26" fmla="*/ 134368 w 5282519"/>
              <a:gd name="connsiteY26" fmla="*/ 5762625 h 6858000"/>
              <a:gd name="connsiteX27" fmla="*/ 152844 w 5282519"/>
              <a:gd name="connsiteY27" fmla="*/ 5721350 h 6858000"/>
              <a:gd name="connsiteX28" fmla="*/ 167960 w 5282519"/>
              <a:gd name="connsiteY28" fmla="*/ 5675312 h 6858000"/>
              <a:gd name="connsiteX29" fmla="*/ 178038 w 5282519"/>
              <a:gd name="connsiteY29" fmla="*/ 5622925 h 6858000"/>
              <a:gd name="connsiteX30" fmla="*/ 188115 w 5282519"/>
              <a:gd name="connsiteY30" fmla="*/ 5562600 h 6858000"/>
              <a:gd name="connsiteX31" fmla="*/ 189795 w 5282519"/>
              <a:gd name="connsiteY31" fmla="*/ 5494337 h 6858000"/>
              <a:gd name="connsiteX32" fmla="*/ 188115 w 5282519"/>
              <a:gd name="connsiteY32" fmla="*/ 5426075 h 6858000"/>
              <a:gd name="connsiteX33" fmla="*/ 178038 w 5282519"/>
              <a:gd name="connsiteY33" fmla="*/ 5365750 h 6858000"/>
              <a:gd name="connsiteX34" fmla="*/ 167960 w 5282519"/>
              <a:gd name="connsiteY34" fmla="*/ 5313362 h 6858000"/>
              <a:gd name="connsiteX35" fmla="*/ 152844 w 5282519"/>
              <a:gd name="connsiteY35" fmla="*/ 5268912 h 6858000"/>
              <a:gd name="connsiteX36" fmla="*/ 134368 w 5282519"/>
              <a:gd name="connsiteY36" fmla="*/ 5226050 h 6858000"/>
              <a:gd name="connsiteX37" fmla="*/ 115893 w 5282519"/>
              <a:gd name="connsiteY37" fmla="*/ 5186362 h 6858000"/>
              <a:gd name="connsiteX38" fmla="*/ 95738 w 5282519"/>
              <a:gd name="connsiteY38" fmla="*/ 5149850 h 6858000"/>
              <a:gd name="connsiteX39" fmla="*/ 75583 w 5282519"/>
              <a:gd name="connsiteY39" fmla="*/ 5114925 h 6858000"/>
              <a:gd name="connsiteX40" fmla="*/ 55427 w 5282519"/>
              <a:gd name="connsiteY40" fmla="*/ 5075237 h 6858000"/>
              <a:gd name="connsiteX41" fmla="*/ 38632 w 5282519"/>
              <a:gd name="connsiteY41" fmla="*/ 5033962 h 6858000"/>
              <a:gd name="connsiteX42" fmla="*/ 23515 w 5282519"/>
              <a:gd name="connsiteY42" fmla="*/ 4987925 h 6858000"/>
              <a:gd name="connsiteX43" fmla="*/ 11758 w 5282519"/>
              <a:gd name="connsiteY43" fmla="*/ 4935537 h 6858000"/>
              <a:gd name="connsiteX44" fmla="*/ 3359 w 5282519"/>
              <a:gd name="connsiteY44" fmla="*/ 4875212 h 6858000"/>
              <a:gd name="connsiteX45" fmla="*/ 0 w 5282519"/>
              <a:gd name="connsiteY45" fmla="*/ 4806950 h 6858000"/>
              <a:gd name="connsiteX46" fmla="*/ 3359 w 5282519"/>
              <a:gd name="connsiteY46" fmla="*/ 4738687 h 6858000"/>
              <a:gd name="connsiteX47" fmla="*/ 11758 w 5282519"/>
              <a:gd name="connsiteY47" fmla="*/ 4678362 h 6858000"/>
              <a:gd name="connsiteX48" fmla="*/ 23515 w 5282519"/>
              <a:gd name="connsiteY48" fmla="*/ 4625975 h 6858000"/>
              <a:gd name="connsiteX49" fmla="*/ 38632 w 5282519"/>
              <a:gd name="connsiteY49" fmla="*/ 4579937 h 6858000"/>
              <a:gd name="connsiteX50" fmla="*/ 55427 w 5282519"/>
              <a:gd name="connsiteY50" fmla="*/ 4537075 h 6858000"/>
              <a:gd name="connsiteX51" fmla="*/ 75583 w 5282519"/>
              <a:gd name="connsiteY51" fmla="*/ 4498975 h 6858000"/>
              <a:gd name="connsiteX52" fmla="*/ 115893 w 5282519"/>
              <a:gd name="connsiteY52" fmla="*/ 4424362 h 6858000"/>
              <a:gd name="connsiteX53" fmla="*/ 134368 w 5282519"/>
              <a:gd name="connsiteY53" fmla="*/ 4386262 h 6858000"/>
              <a:gd name="connsiteX54" fmla="*/ 152844 w 5282519"/>
              <a:gd name="connsiteY54" fmla="*/ 4343400 h 6858000"/>
              <a:gd name="connsiteX55" fmla="*/ 167960 w 5282519"/>
              <a:gd name="connsiteY55" fmla="*/ 4297362 h 6858000"/>
              <a:gd name="connsiteX56" fmla="*/ 178038 w 5282519"/>
              <a:gd name="connsiteY56" fmla="*/ 4244975 h 6858000"/>
              <a:gd name="connsiteX57" fmla="*/ 188115 w 5282519"/>
              <a:gd name="connsiteY57" fmla="*/ 4186237 h 6858000"/>
              <a:gd name="connsiteX58" fmla="*/ 189795 w 5282519"/>
              <a:gd name="connsiteY58" fmla="*/ 4116387 h 6858000"/>
              <a:gd name="connsiteX59" fmla="*/ 188115 w 5282519"/>
              <a:gd name="connsiteY59" fmla="*/ 4048125 h 6858000"/>
              <a:gd name="connsiteX60" fmla="*/ 178038 w 5282519"/>
              <a:gd name="connsiteY60" fmla="*/ 3987800 h 6858000"/>
              <a:gd name="connsiteX61" fmla="*/ 167960 w 5282519"/>
              <a:gd name="connsiteY61" fmla="*/ 3935412 h 6858000"/>
              <a:gd name="connsiteX62" fmla="*/ 152844 w 5282519"/>
              <a:gd name="connsiteY62" fmla="*/ 3890962 h 6858000"/>
              <a:gd name="connsiteX63" fmla="*/ 134368 w 5282519"/>
              <a:gd name="connsiteY63" fmla="*/ 3848100 h 6858000"/>
              <a:gd name="connsiteX64" fmla="*/ 115893 w 5282519"/>
              <a:gd name="connsiteY64" fmla="*/ 3811587 h 6858000"/>
              <a:gd name="connsiteX65" fmla="*/ 75583 w 5282519"/>
              <a:gd name="connsiteY65" fmla="*/ 3736975 h 6858000"/>
              <a:gd name="connsiteX66" fmla="*/ 55427 w 5282519"/>
              <a:gd name="connsiteY66" fmla="*/ 3697287 h 6858000"/>
              <a:gd name="connsiteX67" fmla="*/ 38632 w 5282519"/>
              <a:gd name="connsiteY67" fmla="*/ 3656012 h 6858000"/>
              <a:gd name="connsiteX68" fmla="*/ 23515 w 5282519"/>
              <a:gd name="connsiteY68" fmla="*/ 3609975 h 6858000"/>
              <a:gd name="connsiteX69" fmla="*/ 11758 w 5282519"/>
              <a:gd name="connsiteY69" fmla="*/ 3557587 h 6858000"/>
              <a:gd name="connsiteX70" fmla="*/ 3359 w 5282519"/>
              <a:gd name="connsiteY70" fmla="*/ 3497262 h 6858000"/>
              <a:gd name="connsiteX71" fmla="*/ 0 w 5282519"/>
              <a:gd name="connsiteY71" fmla="*/ 3427412 h 6858000"/>
              <a:gd name="connsiteX72" fmla="*/ 3359 w 5282519"/>
              <a:gd name="connsiteY72" fmla="*/ 3360737 h 6858000"/>
              <a:gd name="connsiteX73" fmla="*/ 11758 w 5282519"/>
              <a:gd name="connsiteY73" fmla="*/ 3300412 h 6858000"/>
              <a:gd name="connsiteX74" fmla="*/ 23515 w 5282519"/>
              <a:gd name="connsiteY74" fmla="*/ 3248025 h 6858000"/>
              <a:gd name="connsiteX75" fmla="*/ 38632 w 5282519"/>
              <a:gd name="connsiteY75" fmla="*/ 3201987 h 6858000"/>
              <a:gd name="connsiteX76" fmla="*/ 55427 w 5282519"/>
              <a:gd name="connsiteY76" fmla="*/ 3160712 h 6858000"/>
              <a:gd name="connsiteX77" fmla="*/ 75583 w 5282519"/>
              <a:gd name="connsiteY77" fmla="*/ 3121025 h 6858000"/>
              <a:gd name="connsiteX78" fmla="*/ 95738 w 5282519"/>
              <a:gd name="connsiteY78" fmla="*/ 3084512 h 6858000"/>
              <a:gd name="connsiteX79" fmla="*/ 115893 w 5282519"/>
              <a:gd name="connsiteY79" fmla="*/ 3046412 h 6858000"/>
              <a:gd name="connsiteX80" fmla="*/ 134368 w 5282519"/>
              <a:gd name="connsiteY80" fmla="*/ 3009900 h 6858000"/>
              <a:gd name="connsiteX81" fmla="*/ 152844 w 5282519"/>
              <a:gd name="connsiteY81" fmla="*/ 2967037 h 6858000"/>
              <a:gd name="connsiteX82" fmla="*/ 167960 w 5282519"/>
              <a:gd name="connsiteY82" fmla="*/ 2922587 h 6858000"/>
              <a:gd name="connsiteX83" fmla="*/ 178038 w 5282519"/>
              <a:gd name="connsiteY83" fmla="*/ 2868612 h 6858000"/>
              <a:gd name="connsiteX84" fmla="*/ 188115 w 5282519"/>
              <a:gd name="connsiteY84" fmla="*/ 2809875 h 6858000"/>
              <a:gd name="connsiteX85" fmla="*/ 189795 w 5282519"/>
              <a:gd name="connsiteY85" fmla="*/ 2741612 h 6858000"/>
              <a:gd name="connsiteX86" fmla="*/ 188115 w 5282519"/>
              <a:gd name="connsiteY86" fmla="*/ 2671762 h 6858000"/>
              <a:gd name="connsiteX87" fmla="*/ 178038 w 5282519"/>
              <a:gd name="connsiteY87" fmla="*/ 2613025 h 6858000"/>
              <a:gd name="connsiteX88" fmla="*/ 167960 w 5282519"/>
              <a:gd name="connsiteY88" fmla="*/ 2560637 h 6858000"/>
              <a:gd name="connsiteX89" fmla="*/ 152844 w 5282519"/>
              <a:gd name="connsiteY89" fmla="*/ 2513012 h 6858000"/>
              <a:gd name="connsiteX90" fmla="*/ 134368 w 5282519"/>
              <a:gd name="connsiteY90" fmla="*/ 2471737 h 6858000"/>
              <a:gd name="connsiteX91" fmla="*/ 115893 w 5282519"/>
              <a:gd name="connsiteY91" fmla="*/ 2433637 h 6858000"/>
              <a:gd name="connsiteX92" fmla="*/ 95738 w 5282519"/>
              <a:gd name="connsiteY92" fmla="*/ 2395537 h 6858000"/>
              <a:gd name="connsiteX93" fmla="*/ 75583 w 5282519"/>
              <a:gd name="connsiteY93" fmla="*/ 2359025 h 6858000"/>
              <a:gd name="connsiteX94" fmla="*/ 55427 w 5282519"/>
              <a:gd name="connsiteY94" fmla="*/ 2319337 h 6858000"/>
              <a:gd name="connsiteX95" fmla="*/ 38632 w 5282519"/>
              <a:gd name="connsiteY95" fmla="*/ 2278062 h 6858000"/>
              <a:gd name="connsiteX96" fmla="*/ 23515 w 5282519"/>
              <a:gd name="connsiteY96" fmla="*/ 2232025 h 6858000"/>
              <a:gd name="connsiteX97" fmla="*/ 11758 w 5282519"/>
              <a:gd name="connsiteY97" fmla="*/ 2179637 h 6858000"/>
              <a:gd name="connsiteX98" fmla="*/ 3359 w 5282519"/>
              <a:gd name="connsiteY98" fmla="*/ 2119312 h 6858000"/>
              <a:gd name="connsiteX99" fmla="*/ 0 w 5282519"/>
              <a:gd name="connsiteY99" fmla="*/ 2051050 h 6858000"/>
              <a:gd name="connsiteX100" fmla="*/ 3359 w 5282519"/>
              <a:gd name="connsiteY100" fmla="*/ 1982787 h 6858000"/>
              <a:gd name="connsiteX101" fmla="*/ 11758 w 5282519"/>
              <a:gd name="connsiteY101" fmla="*/ 1922462 h 6858000"/>
              <a:gd name="connsiteX102" fmla="*/ 23515 w 5282519"/>
              <a:gd name="connsiteY102" fmla="*/ 1870075 h 6858000"/>
              <a:gd name="connsiteX103" fmla="*/ 38632 w 5282519"/>
              <a:gd name="connsiteY103" fmla="*/ 1824037 h 6858000"/>
              <a:gd name="connsiteX104" fmla="*/ 55427 w 5282519"/>
              <a:gd name="connsiteY104" fmla="*/ 1782762 h 6858000"/>
              <a:gd name="connsiteX105" fmla="*/ 75583 w 5282519"/>
              <a:gd name="connsiteY105" fmla="*/ 1743075 h 6858000"/>
              <a:gd name="connsiteX106" fmla="*/ 95738 w 5282519"/>
              <a:gd name="connsiteY106" fmla="*/ 1708150 h 6858000"/>
              <a:gd name="connsiteX107" fmla="*/ 115893 w 5282519"/>
              <a:gd name="connsiteY107" fmla="*/ 1671637 h 6858000"/>
              <a:gd name="connsiteX108" fmla="*/ 134368 w 5282519"/>
              <a:gd name="connsiteY108" fmla="*/ 1631950 h 6858000"/>
              <a:gd name="connsiteX109" fmla="*/ 152844 w 5282519"/>
              <a:gd name="connsiteY109" fmla="*/ 1589087 h 6858000"/>
              <a:gd name="connsiteX110" fmla="*/ 167960 w 5282519"/>
              <a:gd name="connsiteY110" fmla="*/ 1544637 h 6858000"/>
              <a:gd name="connsiteX111" fmla="*/ 178038 w 5282519"/>
              <a:gd name="connsiteY111" fmla="*/ 1492250 h 6858000"/>
              <a:gd name="connsiteX112" fmla="*/ 188115 w 5282519"/>
              <a:gd name="connsiteY112" fmla="*/ 1431925 h 6858000"/>
              <a:gd name="connsiteX113" fmla="*/ 189795 w 5282519"/>
              <a:gd name="connsiteY113" fmla="*/ 1363662 h 6858000"/>
              <a:gd name="connsiteX114" fmla="*/ 188115 w 5282519"/>
              <a:gd name="connsiteY114" fmla="*/ 1295400 h 6858000"/>
              <a:gd name="connsiteX115" fmla="*/ 178038 w 5282519"/>
              <a:gd name="connsiteY115" fmla="*/ 1235075 h 6858000"/>
              <a:gd name="connsiteX116" fmla="*/ 167960 w 5282519"/>
              <a:gd name="connsiteY116" fmla="*/ 1182687 h 6858000"/>
              <a:gd name="connsiteX117" fmla="*/ 152844 w 5282519"/>
              <a:gd name="connsiteY117" fmla="*/ 1136650 h 6858000"/>
              <a:gd name="connsiteX118" fmla="*/ 134368 w 5282519"/>
              <a:gd name="connsiteY118" fmla="*/ 1095375 h 6858000"/>
              <a:gd name="connsiteX119" fmla="*/ 115893 w 5282519"/>
              <a:gd name="connsiteY119" fmla="*/ 1055687 h 6858000"/>
              <a:gd name="connsiteX120" fmla="*/ 95738 w 5282519"/>
              <a:gd name="connsiteY120" fmla="*/ 1017587 h 6858000"/>
              <a:gd name="connsiteX121" fmla="*/ 75583 w 5282519"/>
              <a:gd name="connsiteY121" fmla="*/ 981075 h 6858000"/>
              <a:gd name="connsiteX122" fmla="*/ 55427 w 5282519"/>
              <a:gd name="connsiteY122" fmla="*/ 942975 h 6858000"/>
              <a:gd name="connsiteX123" fmla="*/ 38632 w 5282519"/>
              <a:gd name="connsiteY123" fmla="*/ 901700 h 6858000"/>
              <a:gd name="connsiteX124" fmla="*/ 23515 w 5282519"/>
              <a:gd name="connsiteY124" fmla="*/ 854075 h 6858000"/>
              <a:gd name="connsiteX125" fmla="*/ 11758 w 5282519"/>
              <a:gd name="connsiteY125" fmla="*/ 801687 h 6858000"/>
              <a:gd name="connsiteX126" fmla="*/ 3359 w 5282519"/>
              <a:gd name="connsiteY126" fmla="*/ 744537 h 6858000"/>
              <a:gd name="connsiteX127" fmla="*/ 0 w 5282519"/>
              <a:gd name="connsiteY127" fmla="*/ 673100 h 6858000"/>
              <a:gd name="connsiteX128" fmla="*/ 3359 w 5282519"/>
              <a:gd name="connsiteY128" fmla="*/ 606425 h 6858000"/>
              <a:gd name="connsiteX129" fmla="*/ 11758 w 5282519"/>
              <a:gd name="connsiteY129" fmla="*/ 546100 h 6858000"/>
              <a:gd name="connsiteX130" fmla="*/ 23515 w 5282519"/>
              <a:gd name="connsiteY130" fmla="*/ 496887 h 6858000"/>
              <a:gd name="connsiteX131" fmla="*/ 38632 w 5282519"/>
              <a:gd name="connsiteY131" fmla="*/ 450850 h 6858000"/>
              <a:gd name="connsiteX132" fmla="*/ 55427 w 5282519"/>
              <a:gd name="connsiteY132" fmla="*/ 409575 h 6858000"/>
              <a:gd name="connsiteX133" fmla="*/ 73903 w 5282519"/>
              <a:gd name="connsiteY133" fmla="*/ 369887 h 6858000"/>
              <a:gd name="connsiteX134" fmla="*/ 92379 w 5282519"/>
              <a:gd name="connsiteY134" fmla="*/ 334962 h 6858000"/>
              <a:gd name="connsiteX135" fmla="*/ 112534 w 5282519"/>
              <a:gd name="connsiteY135" fmla="*/ 296862 h 6858000"/>
              <a:gd name="connsiteX136" fmla="*/ 132689 w 5282519"/>
              <a:gd name="connsiteY136" fmla="*/ 260350 h 6858000"/>
              <a:gd name="connsiteX137" fmla="*/ 149485 w 5282519"/>
              <a:gd name="connsiteY137" fmla="*/ 217487 h 6858000"/>
              <a:gd name="connsiteX138" fmla="*/ 166281 w 5282519"/>
              <a:gd name="connsiteY138" fmla="*/ 174625 h 6858000"/>
              <a:gd name="connsiteX139" fmla="*/ 176358 w 5282519"/>
              <a:gd name="connsiteY139" fmla="*/ 122237 h 6858000"/>
              <a:gd name="connsiteX140" fmla="*/ 184756 w 5282519"/>
              <a:gd name="connsiteY140" fmla="*/ 666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5282519" h="6858000">
                <a:moveTo>
                  <a:pt x="189795" y="0"/>
                </a:moveTo>
                <a:lnTo>
                  <a:pt x="5282519" y="0"/>
                </a:lnTo>
                <a:lnTo>
                  <a:pt x="5282519" y="6858000"/>
                </a:lnTo>
                <a:lnTo>
                  <a:pt x="189795" y="6858000"/>
                </a:lnTo>
                <a:lnTo>
                  <a:pt x="184756" y="6791325"/>
                </a:lnTo>
                <a:lnTo>
                  <a:pt x="176358" y="6735762"/>
                </a:lnTo>
                <a:lnTo>
                  <a:pt x="166281" y="6683375"/>
                </a:lnTo>
                <a:lnTo>
                  <a:pt x="149485" y="6640512"/>
                </a:lnTo>
                <a:lnTo>
                  <a:pt x="132689" y="6597650"/>
                </a:lnTo>
                <a:lnTo>
                  <a:pt x="112534" y="6561137"/>
                </a:lnTo>
                <a:lnTo>
                  <a:pt x="92379" y="6523037"/>
                </a:lnTo>
                <a:lnTo>
                  <a:pt x="73903" y="6488112"/>
                </a:lnTo>
                <a:lnTo>
                  <a:pt x="55427" y="6448425"/>
                </a:lnTo>
                <a:lnTo>
                  <a:pt x="38632" y="6407150"/>
                </a:lnTo>
                <a:lnTo>
                  <a:pt x="23515" y="6361112"/>
                </a:lnTo>
                <a:lnTo>
                  <a:pt x="11758" y="6311900"/>
                </a:lnTo>
                <a:lnTo>
                  <a:pt x="3359" y="6251575"/>
                </a:lnTo>
                <a:lnTo>
                  <a:pt x="0" y="6183312"/>
                </a:lnTo>
                <a:lnTo>
                  <a:pt x="3359" y="6113462"/>
                </a:lnTo>
                <a:lnTo>
                  <a:pt x="11758" y="6056312"/>
                </a:lnTo>
                <a:lnTo>
                  <a:pt x="23515" y="6003925"/>
                </a:lnTo>
                <a:lnTo>
                  <a:pt x="38632" y="5956300"/>
                </a:lnTo>
                <a:lnTo>
                  <a:pt x="55427" y="5915025"/>
                </a:lnTo>
                <a:lnTo>
                  <a:pt x="75583" y="5876925"/>
                </a:lnTo>
                <a:lnTo>
                  <a:pt x="95738" y="5840412"/>
                </a:lnTo>
                <a:lnTo>
                  <a:pt x="115893" y="5802312"/>
                </a:lnTo>
                <a:lnTo>
                  <a:pt x="134368" y="5762625"/>
                </a:lnTo>
                <a:lnTo>
                  <a:pt x="152844" y="5721350"/>
                </a:lnTo>
                <a:lnTo>
                  <a:pt x="167960" y="5675312"/>
                </a:lnTo>
                <a:lnTo>
                  <a:pt x="178038" y="5622925"/>
                </a:lnTo>
                <a:lnTo>
                  <a:pt x="188115" y="5562600"/>
                </a:lnTo>
                <a:lnTo>
                  <a:pt x="189795" y="5494337"/>
                </a:lnTo>
                <a:lnTo>
                  <a:pt x="188115" y="5426075"/>
                </a:lnTo>
                <a:lnTo>
                  <a:pt x="178038" y="5365750"/>
                </a:lnTo>
                <a:lnTo>
                  <a:pt x="167960" y="5313362"/>
                </a:lnTo>
                <a:lnTo>
                  <a:pt x="152844" y="5268912"/>
                </a:lnTo>
                <a:lnTo>
                  <a:pt x="134368" y="5226050"/>
                </a:lnTo>
                <a:lnTo>
                  <a:pt x="115893" y="5186362"/>
                </a:lnTo>
                <a:lnTo>
                  <a:pt x="95738" y="5149850"/>
                </a:lnTo>
                <a:lnTo>
                  <a:pt x="75583" y="5114925"/>
                </a:lnTo>
                <a:lnTo>
                  <a:pt x="55427" y="5075237"/>
                </a:lnTo>
                <a:lnTo>
                  <a:pt x="38632" y="5033962"/>
                </a:lnTo>
                <a:lnTo>
                  <a:pt x="23515" y="4987925"/>
                </a:lnTo>
                <a:lnTo>
                  <a:pt x="11758" y="4935537"/>
                </a:lnTo>
                <a:lnTo>
                  <a:pt x="3359" y="4875212"/>
                </a:lnTo>
                <a:lnTo>
                  <a:pt x="0" y="4806950"/>
                </a:lnTo>
                <a:lnTo>
                  <a:pt x="3359" y="4738687"/>
                </a:lnTo>
                <a:lnTo>
                  <a:pt x="11758" y="4678362"/>
                </a:lnTo>
                <a:lnTo>
                  <a:pt x="23515" y="4625975"/>
                </a:lnTo>
                <a:lnTo>
                  <a:pt x="38632" y="4579937"/>
                </a:lnTo>
                <a:lnTo>
                  <a:pt x="55427" y="4537075"/>
                </a:lnTo>
                <a:lnTo>
                  <a:pt x="75583" y="4498975"/>
                </a:lnTo>
                <a:lnTo>
                  <a:pt x="115893" y="4424362"/>
                </a:lnTo>
                <a:lnTo>
                  <a:pt x="134368" y="4386262"/>
                </a:lnTo>
                <a:lnTo>
                  <a:pt x="152844" y="4343400"/>
                </a:lnTo>
                <a:lnTo>
                  <a:pt x="167960" y="4297362"/>
                </a:lnTo>
                <a:lnTo>
                  <a:pt x="178038" y="4244975"/>
                </a:lnTo>
                <a:lnTo>
                  <a:pt x="188115" y="4186237"/>
                </a:lnTo>
                <a:lnTo>
                  <a:pt x="189795" y="4116387"/>
                </a:lnTo>
                <a:lnTo>
                  <a:pt x="188115" y="4048125"/>
                </a:lnTo>
                <a:lnTo>
                  <a:pt x="178038" y="3987800"/>
                </a:lnTo>
                <a:lnTo>
                  <a:pt x="167960" y="3935412"/>
                </a:lnTo>
                <a:lnTo>
                  <a:pt x="152844" y="3890962"/>
                </a:lnTo>
                <a:lnTo>
                  <a:pt x="134368" y="3848100"/>
                </a:lnTo>
                <a:lnTo>
                  <a:pt x="115893" y="3811587"/>
                </a:lnTo>
                <a:lnTo>
                  <a:pt x="75583" y="3736975"/>
                </a:lnTo>
                <a:lnTo>
                  <a:pt x="55427" y="3697287"/>
                </a:lnTo>
                <a:lnTo>
                  <a:pt x="38632" y="3656012"/>
                </a:lnTo>
                <a:lnTo>
                  <a:pt x="23515" y="3609975"/>
                </a:lnTo>
                <a:lnTo>
                  <a:pt x="11758" y="3557587"/>
                </a:lnTo>
                <a:lnTo>
                  <a:pt x="3359" y="3497262"/>
                </a:lnTo>
                <a:lnTo>
                  <a:pt x="0" y="3427412"/>
                </a:lnTo>
                <a:lnTo>
                  <a:pt x="3359" y="3360737"/>
                </a:lnTo>
                <a:lnTo>
                  <a:pt x="11758" y="3300412"/>
                </a:lnTo>
                <a:lnTo>
                  <a:pt x="23515" y="3248025"/>
                </a:lnTo>
                <a:lnTo>
                  <a:pt x="38632" y="3201987"/>
                </a:lnTo>
                <a:lnTo>
                  <a:pt x="55427" y="3160712"/>
                </a:lnTo>
                <a:lnTo>
                  <a:pt x="75583" y="3121025"/>
                </a:lnTo>
                <a:lnTo>
                  <a:pt x="95738" y="3084512"/>
                </a:lnTo>
                <a:lnTo>
                  <a:pt x="115893" y="3046412"/>
                </a:lnTo>
                <a:lnTo>
                  <a:pt x="134368" y="3009900"/>
                </a:lnTo>
                <a:lnTo>
                  <a:pt x="152844" y="2967037"/>
                </a:lnTo>
                <a:lnTo>
                  <a:pt x="167960" y="2922587"/>
                </a:lnTo>
                <a:lnTo>
                  <a:pt x="178038" y="2868612"/>
                </a:lnTo>
                <a:lnTo>
                  <a:pt x="188115" y="2809875"/>
                </a:lnTo>
                <a:lnTo>
                  <a:pt x="189795" y="2741612"/>
                </a:lnTo>
                <a:lnTo>
                  <a:pt x="188115" y="2671762"/>
                </a:lnTo>
                <a:lnTo>
                  <a:pt x="178038" y="2613025"/>
                </a:lnTo>
                <a:lnTo>
                  <a:pt x="167960" y="2560637"/>
                </a:lnTo>
                <a:lnTo>
                  <a:pt x="152844" y="2513012"/>
                </a:lnTo>
                <a:lnTo>
                  <a:pt x="134368" y="2471737"/>
                </a:lnTo>
                <a:lnTo>
                  <a:pt x="115893" y="2433637"/>
                </a:lnTo>
                <a:lnTo>
                  <a:pt x="95738" y="2395537"/>
                </a:lnTo>
                <a:lnTo>
                  <a:pt x="75583" y="2359025"/>
                </a:lnTo>
                <a:lnTo>
                  <a:pt x="55427" y="2319337"/>
                </a:lnTo>
                <a:lnTo>
                  <a:pt x="38632" y="2278062"/>
                </a:lnTo>
                <a:lnTo>
                  <a:pt x="23515" y="2232025"/>
                </a:lnTo>
                <a:lnTo>
                  <a:pt x="11758" y="2179637"/>
                </a:lnTo>
                <a:lnTo>
                  <a:pt x="3359" y="2119312"/>
                </a:lnTo>
                <a:lnTo>
                  <a:pt x="0" y="2051050"/>
                </a:lnTo>
                <a:lnTo>
                  <a:pt x="3359" y="1982787"/>
                </a:lnTo>
                <a:lnTo>
                  <a:pt x="11758" y="1922462"/>
                </a:lnTo>
                <a:lnTo>
                  <a:pt x="23515" y="1870075"/>
                </a:lnTo>
                <a:lnTo>
                  <a:pt x="38632" y="1824037"/>
                </a:lnTo>
                <a:lnTo>
                  <a:pt x="55427" y="1782762"/>
                </a:lnTo>
                <a:lnTo>
                  <a:pt x="75583" y="1743075"/>
                </a:lnTo>
                <a:lnTo>
                  <a:pt x="95738" y="1708150"/>
                </a:lnTo>
                <a:lnTo>
                  <a:pt x="115893" y="1671637"/>
                </a:lnTo>
                <a:lnTo>
                  <a:pt x="134368" y="1631950"/>
                </a:lnTo>
                <a:lnTo>
                  <a:pt x="152844" y="1589087"/>
                </a:lnTo>
                <a:lnTo>
                  <a:pt x="167960" y="1544637"/>
                </a:lnTo>
                <a:lnTo>
                  <a:pt x="178038" y="1492250"/>
                </a:lnTo>
                <a:lnTo>
                  <a:pt x="188115" y="1431925"/>
                </a:lnTo>
                <a:lnTo>
                  <a:pt x="189795" y="1363662"/>
                </a:lnTo>
                <a:lnTo>
                  <a:pt x="188115" y="1295400"/>
                </a:lnTo>
                <a:lnTo>
                  <a:pt x="178038" y="1235075"/>
                </a:lnTo>
                <a:lnTo>
                  <a:pt x="167960" y="1182687"/>
                </a:lnTo>
                <a:lnTo>
                  <a:pt x="152844" y="1136650"/>
                </a:lnTo>
                <a:lnTo>
                  <a:pt x="134368" y="1095375"/>
                </a:lnTo>
                <a:lnTo>
                  <a:pt x="115893" y="1055687"/>
                </a:lnTo>
                <a:lnTo>
                  <a:pt x="95738" y="1017587"/>
                </a:lnTo>
                <a:lnTo>
                  <a:pt x="75583" y="981075"/>
                </a:lnTo>
                <a:lnTo>
                  <a:pt x="55427" y="942975"/>
                </a:lnTo>
                <a:lnTo>
                  <a:pt x="38632" y="901700"/>
                </a:lnTo>
                <a:lnTo>
                  <a:pt x="23515" y="854075"/>
                </a:lnTo>
                <a:lnTo>
                  <a:pt x="11758" y="801687"/>
                </a:lnTo>
                <a:lnTo>
                  <a:pt x="3359" y="744537"/>
                </a:lnTo>
                <a:lnTo>
                  <a:pt x="0" y="673100"/>
                </a:lnTo>
                <a:lnTo>
                  <a:pt x="3359" y="606425"/>
                </a:lnTo>
                <a:lnTo>
                  <a:pt x="11758" y="546100"/>
                </a:lnTo>
                <a:lnTo>
                  <a:pt x="23515" y="496887"/>
                </a:lnTo>
                <a:lnTo>
                  <a:pt x="38632" y="450850"/>
                </a:lnTo>
                <a:lnTo>
                  <a:pt x="55427" y="409575"/>
                </a:lnTo>
                <a:lnTo>
                  <a:pt x="73903" y="369887"/>
                </a:lnTo>
                <a:lnTo>
                  <a:pt x="92379" y="334962"/>
                </a:lnTo>
                <a:lnTo>
                  <a:pt x="112534" y="296862"/>
                </a:lnTo>
                <a:lnTo>
                  <a:pt x="132689" y="260350"/>
                </a:lnTo>
                <a:lnTo>
                  <a:pt x="149485" y="217487"/>
                </a:lnTo>
                <a:lnTo>
                  <a:pt x="166281" y="174625"/>
                </a:lnTo>
                <a:lnTo>
                  <a:pt x="176358" y="122237"/>
                </a:lnTo>
                <a:lnTo>
                  <a:pt x="184756" y="66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D3B7FE-8C35-4EC2-BFB5-E753A86F1F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58" t="9001" r="9021" b="9001"/>
          <a:stretch>
            <a:fillRect/>
          </a:stretch>
        </p:blipFill>
        <p:spPr>
          <a:xfrm>
            <a:off x="6981129" y="1"/>
            <a:ext cx="5282520" cy="6858000"/>
          </a:xfrm>
          <a:custGeom>
            <a:avLst/>
            <a:gdLst/>
            <a:ahLst/>
            <a:cxnLst/>
            <a:rect l="l" t="t" r="r" b="b"/>
            <a:pathLst>
              <a:path w="5282519" h="6858000">
                <a:moveTo>
                  <a:pt x="189795" y="0"/>
                </a:moveTo>
                <a:lnTo>
                  <a:pt x="5282519" y="0"/>
                </a:lnTo>
                <a:lnTo>
                  <a:pt x="5282519" y="6858000"/>
                </a:lnTo>
                <a:lnTo>
                  <a:pt x="189795" y="6858000"/>
                </a:lnTo>
                <a:lnTo>
                  <a:pt x="184756" y="6791325"/>
                </a:lnTo>
                <a:lnTo>
                  <a:pt x="176358" y="6735762"/>
                </a:lnTo>
                <a:lnTo>
                  <a:pt x="166281" y="6683375"/>
                </a:lnTo>
                <a:lnTo>
                  <a:pt x="149485" y="6640512"/>
                </a:lnTo>
                <a:lnTo>
                  <a:pt x="132689" y="6597650"/>
                </a:lnTo>
                <a:lnTo>
                  <a:pt x="112534" y="6561137"/>
                </a:lnTo>
                <a:lnTo>
                  <a:pt x="92379" y="6523037"/>
                </a:lnTo>
                <a:lnTo>
                  <a:pt x="73903" y="6488112"/>
                </a:lnTo>
                <a:lnTo>
                  <a:pt x="55427" y="6448425"/>
                </a:lnTo>
                <a:lnTo>
                  <a:pt x="38632" y="6407150"/>
                </a:lnTo>
                <a:lnTo>
                  <a:pt x="23515" y="6361112"/>
                </a:lnTo>
                <a:lnTo>
                  <a:pt x="11758" y="6311900"/>
                </a:lnTo>
                <a:lnTo>
                  <a:pt x="3359" y="6251575"/>
                </a:lnTo>
                <a:lnTo>
                  <a:pt x="0" y="6183312"/>
                </a:lnTo>
                <a:lnTo>
                  <a:pt x="3359" y="6113462"/>
                </a:lnTo>
                <a:lnTo>
                  <a:pt x="11758" y="6056312"/>
                </a:lnTo>
                <a:lnTo>
                  <a:pt x="23515" y="6003925"/>
                </a:lnTo>
                <a:lnTo>
                  <a:pt x="38632" y="5956300"/>
                </a:lnTo>
                <a:lnTo>
                  <a:pt x="55427" y="5915025"/>
                </a:lnTo>
                <a:lnTo>
                  <a:pt x="75583" y="5876925"/>
                </a:lnTo>
                <a:lnTo>
                  <a:pt x="95738" y="5840412"/>
                </a:lnTo>
                <a:lnTo>
                  <a:pt x="115893" y="5802312"/>
                </a:lnTo>
                <a:lnTo>
                  <a:pt x="134368" y="5762625"/>
                </a:lnTo>
                <a:lnTo>
                  <a:pt x="152844" y="5721350"/>
                </a:lnTo>
                <a:lnTo>
                  <a:pt x="167960" y="5675312"/>
                </a:lnTo>
                <a:lnTo>
                  <a:pt x="178038" y="5622925"/>
                </a:lnTo>
                <a:lnTo>
                  <a:pt x="188115" y="5562600"/>
                </a:lnTo>
                <a:lnTo>
                  <a:pt x="189795" y="5494337"/>
                </a:lnTo>
                <a:lnTo>
                  <a:pt x="188115" y="5426075"/>
                </a:lnTo>
                <a:lnTo>
                  <a:pt x="178038" y="5365750"/>
                </a:lnTo>
                <a:lnTo>
                  <a:pt x="167960" y="5313362"/>
                </a:lnTo>
                <a:lnTo>
                  <a:pt x="152844" y="5268912"/>
                </a:lnTo>
                <a:lnTo>
                  <a:pt x="134368" y="5226050"/>
                </a:lnTo>
                <a:lnTo>
                  <a:pt x="115893" y="5186362"/>
                </a:lnTo>
                <a:lnTo>
                  <a:pt x="95738" y="5149850"/>
                </a:lnTo>
                <a:lnTo>
                  <a:pt x="75583" y="5114925"/>
                </a:lnTo>
                <a:lnTo>
                  <a:pt x="55427" y="5075237"/>
                </a:lnTo>
                <a:lnTo>
                  <a:pt x="38632" y="5033962"/>
                </a:lnTo>
                <a:lnTo>
                  <a:pt x="23515" y="4987925"/>
                </a:lnTo>
                <a:lnTo>
                  <a:pt x="11758" y="4935537"/>
                </a:lnTo>
                <a:lnTo>
                  <a:pt x="3359" y="4875212"/>
                </a:lnTo>
                <a:lnTo>
                  <a:pt x="0" y="4806950"/>
                </a:lnTo>
                <a:lnTo>
                  <a:pt x="3359" y="4738687"/>
                </a:lnTo>
                <a:lnTo>
                  <a:pt x="11758" y="4678362"/>
                </a:lnTo>
                <a:lnTo>
                  <a:pt x="23515" y="4625975"/>
                </a:lnTo>
                <a:lnTo>
                  <a:pt x="38632" y="4579937"/>
                </a:lnTo>
                <a:lnTo>
                  <a:pt x="55427" y="4537075"/>
                </a:lnTo>
                <a:lnTo>
                  <a:pt x="75583" y="4498975"/>
                </a:lnTo>
                <a:lnTo>
                  <a:pt x="115893" y="4424362"/>
                </a:lnTo>
                <a:lnTo>
                  <a:pt x="134368" y="4386262"/>
                </a:lnTo>
                <a:lnTo>
                  <a:pt x="152844" y="4343400"/>
                </a:lnTo>
                <a:lnTo>
                  <a:pt x="167960" y="4297362"/>
                </a:lnTo>
                <a:lnTo>
                  <a:pt x="178038" y="4244975"/>
                </a:lnTo>
                <a:lnTo>
                  <a:pt x="188115" y="4186237"/>
                </a:lnTo>
                <a:lnTo>
                  <a:pt x="189795" y="4116387"/>
                </a:lnTo>
                <a:lnTo>
                  <a:pt x="188115" y="4048125"/>
                </a:lnTo>
                <a:lnTo>
                  <a:pt x="178038" y="3987800"/>
                </a:lnTo>
                <a:lnTo>
                  <a:pt x="167960" y="3935412"/>
                </a:lnTo>
                <a:lnTo>
                  <a:pt x="152844" y="3890962"/>
                </a:lnTo>
                <a:lnTo>
                  <a:pt x="134368" y="3848100"/>
                </a:lnTo>
                <a:lnTo>
                  <a:pt x="115893" y="3811587"/>
                </a:lnTo>
                <a:lnTo>
                  <a:pt x="75583" y="3736975"/>
                </a:lnTo>
                <a:lnTo>
                  <a:pt x="55427" y="3697287"/>
                </a:lnTo>
                <a:lnTo>
                  <a:pt x="38632" y="3656012"/>
                </a:lnTo>
                <a:lnTo>
                  <a:pt x="23515" y="3609975"/>
                </a:lnTo>
                <a:lnTo>
                  <a:pt x="11758" y="3557587"/>
                </a:lnTo>
                <a:lnTo>
                  <a:pt x="3359" y="3497262"/>
                </a:lnTo>
                <a:lnTo>
                  <a:pt x="0" y="3427412"/>
                </a:lnTo>
                <a:lnTo>
                  <a:pt x="3359" y="3360737"/>
                </a:lnTo>
                <a:lnTo>
                  <a:pt x="11758" y="3300412"/>
                </a:lnTo>
                <a:lnTo>
                  <a:pt x="23515" y="3248025"/>
                </a:lnTo>
                <a:lnTo>
                  <a:pt x="38632" y="3201987"/>
                </a:lnTo>
                <a:lnTo>
                  <a:pt x="55427" y="3160712"/>
                </a:lnTo>
                <a:lnTo>
                  <a:pt x="75583" y="3121025"/>
                </a:lnTo>
                <a:lnTo>
                  <a:pt x="95738" y="3084512"/>
                </a:lnTo>
                <a:lnTo>
                  <a:pt x="115893" y="3046412"/>
                </a:lnTo>
                <a:lnTo>
                  <a:pt x="134368" y="3009900"/>
                </a:lnTo>
                <a:lnTo>
                  <a:pt x="152844" y="2967037"/>
                </a:lnTo>
                <a:lnTo>
                  <a:pt x="167960" y="2922587"/>
                </a:lnTo>
                <a:lnTo>
                  <a:pt x="178038" y="2868612"/>
                </a:lnTo>
                <a:lnTo>
                  <a:pt x="188115" y="2809875"/>
                </a:lnTo>
                <a:lnTo>
                  <a:pt x="189795" y="2741612"/>
                </a:lnTo>
                <a:lnTo>
                  <a:pt x="188115" y="2671762"/>
                </a:lnTo>
                <a:lnTo>
                  <a:pt x="178038" y="2613025"/>
                </a:lnTo>
                <a:lnTo>
                  <a:pt x="167960" y="2560637"/>
                </a:lnTo>
                <a:lnTo>
                  <a:pt x="152844" y="2513012"/>
                </a:lnTo>
                <a:lnTo>
                  <a:pt x="134368" y="2471737"/>
                </a:lnTo>
                <a:lnTo>
                  <a:pt x="115893" y="2433637"/>
                </a:lnTo>
                <a:lnTo>
                  <a:pt x="95738" y="2395537"/>
                </a:lnTo>
                <a:lnTo>
                  <a:pt x="75583" y="2359025"/>
                </a:lnTo>
                <a:lnTo>
                  <a:pt x="55427" y="2319337"/>
                </a:lnTo>
                <a:lnTo>
                  <a:pt x="38632" y="2278062"/>
                </a:lnTo>
                <a:lnTo>
                  <a:pt x="23515" y="2232025"/>
                </a:lnTo>
                <a:lnTo>
                  <a:pt x="11758" y="2179637"/>
                </a:lnTo>
                <a:lnTo>
                  <a:pt x="3359" y="2119312"/>
                </a:lnTo>
                <a:lnTo>
                  <a:pt x="0" y="2051050"/>
                </a:lnTo>
                <a:lnTo>
                  <a:pt x="3359" y="1982787"/>
                </a:lnTo>
                <a:lnTo>
                  <a:pt x="11758" y="1922462"/>
                </a:lnTo>
                <a:lnTo>
                  <a:pt x="23515" y="1870075"/>
                </a:lnTo>
                <a:lnTo>
                  <a:pt x="38632" y="1824037"/>
                </a:lnTo>
                <a:lnTo>
                  <a:pt x="55427" y="1782762"/>
                </a:lnTo>
                <a:lnTo>
                  <a:pt x="75583" y="1743075"/>
                </a:lnTo>
                <a:lnTo>
                  <a:pt x="95738" y="1708150"/>
                </a:lnTo>
                <a:lnTo>
                  <a:pt x="115893" y="1671637"/>
                </a:lnTo>
                <a:lnTo>
                  <a:pt x="134368" y="1631950"/>
                </a:lnTo>
                <a:lnTo>
                  <a:pt x="152844" y="1589087"/>
                </a:lnTo>
                <a:lnTo>
                  <a:pt x="167960" y="1544637"/>
                </a:lnTo>
                <a:lnTo>
                  <a:pt x="178038" y="1492250"/>
                </a:lnTo>
                <a:lnTo>
                  <a:pt x="188115" y="1431925"/>
                </a:lnTo>
                <a:lnTo>
                  <a:pt x="189795" y="1363662"/>
                </a:lnTo>
                <a:lnTo>
                  <a:pt x="188115" y="1295400"/>
                </a:lnTo>
                <a:lnTo>
                  <a:pt x="178038" y="1235075"/>
                </a:lnTo>
                <a:lnTo>
                  <a:pt x="167960" y="1182687"/>
                </a:lnTo>
                <a:lnTo>
                  <a:pt x="152844" y="1136650"/>
                </a:lnTo>
                <a:lnTo>
                  <a:pt x="134368" y="1095375"/>
                </a:lnTo>
                <a:lnTo>
                  <a:pt x="115893" y="1055687"/>
                </a:lnTo>
                <a:lnTo>
                  <a:pt x="95738" y="1017587"/>
                </a:lnTo>
                <a:lnTo>
                  <a:pt x="75583" y="981075"/>
                </a:lnTo>
                <a:lnTo>
                  <a:pt x="55427" y="942975"/>
                </a:lnTo>
                <a:lnTo>
                  <a:pt x="38632" y="901700"/>
                </a:lnTo>
                <a:lnTo>
                  <a:pt x="23515" y="854075"/>
                </a:lnTo>
                <a:lnTo>
                  <a:pt x="11758" y="801687"/>
                </a:lnTo>
                <a:lnTo>
                  <a:pt x="3359" y="744537"/>
                </a:lnTo>
                <a:lnTo>
                  <a:pt x="0" y="673100"/>
                </a:lnTo>
                <a:lnTo>
                  <a:pt x="3359" y="606425"/>
                </a:lnTo>
                <a:lnTo>
                  <a:pt x="11758" y="546100"/>
                </a:lnTo>
                <a:lnTo>
                  <a:pt x="23515" y="496887"/>
                </a:lnTo>
                <a:lnTo>
                  <a:pt x="38632" y="450850"/>
                </a:lnTo>
                <a:lnTo>
                  <a:pt x="55427" y="409575"/>
                </a:lnTo>
                <a:lnTo>
                  <a:pt x="73903" y="369887"/>
                </a:lnTo>
                <a:lnTo>
                  <a:pt x="92379" y="334962"/>
                </a:lnTo>
                <a:lnTo>
                  <a:pt x="112534" y="296862"/>
                </a:lnTo>
                <a:lnTo>
                  <a:pt x="132689" y="260350"/>
                </a:lnTo>
                <a:lnTo>
                  <a:pt x="149485" y="217487"/>
                </a:lnTo>
                <a:lnTo>
                  <a:pt x="166281" y="174625"/>
                </a:lnTo>
                <a:lnTo>
                  <a:pt x="176358" y="122237"/>
                </a:lnTo>
                <a:lnTo>
                  <a:pt x="184756" y="6667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2864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C98F4480-8749-4E48-82BB-3A0F2F311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49F694-12BA-47C4-9FF3-570372F3B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CC9E7E-C8DB-4D73-80B6-C5D35AD7F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727" y="904461"/>
            <a:ext cx="6335338" cy="9700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pt-PT" sz="4400" dirty="0" err="1"/>
              <a:t>Choose</a:t>
            </a:r>
            <a:r>
              <a:rPr lang="pt-PT" sz="4400" dirty="0"/>
              <a:t> a Job</a:t>
            </a:r>
            <a:endParaRPr lang="en-US" sz="4400" dirty="0"/>
          </a:p>
        </p:txBody>
      </p:sp>
      <p:pic>
        <p:nvPicPr>
          <p:cNvPr id="6" name="Marcador de Posição de Conteúdo 5">
            <a:extLst>
              <a:ext uri="{FF2B5EF4-FFF2-40B4-BE49-F238E27FC236}">
                <a16:creationId xmlns:a16="http://schemas.microsoft.com/office/drawing/2014/main" id="{55D2AC52-3BB9-4E97-89BA-8129330AB44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96" t="3274" r="-121" b="-1638"/>
          <a:stretch>
            <a:fillRect/>
          </a:stretch>
        </p:blipFill>
        <p:spPr>
          <a:xfrm>
            <a:off x="660936" y="-4661"/>
            <a:ext cx="4626682" cy="6975982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25" name="Freeform 6">
            <a:extLst>
              <a:ext uri="{FF2B5EF4-FFF2-40B4-BE49-F238E27FC236}">
                <a16:creationId xmlns:a16="http://schemas.microsoft.com/office/drawing/2014/main" id="{5402222E-F041-43A0-81BC-1B3F2EF76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3945202-D68C-1871-0C38-829B2D9CB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8689" y="1973908"/>
            <a:ext cx="4188414" cy="4174434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 lvl="0">
              <a:lnSpc>
                <a:spcPct val="150000"/>
              </a:lnSpc>
            </a:pPr>
            <a:r>
              <a:rPr lang="pt-PT" sz="24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He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4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is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a </a:t>
            </a:r>
            <a:r>
              <a:rPr lang="pt-PT" sz="24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barber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pt-PT" sz="24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He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cuts </a:t>
            </a:r>
            <a:r>
              <a:rPr lang="pt-PT" sz="24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hair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4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and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4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trims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4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beards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pt-PT" sz="24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He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4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helps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4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people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look </a:t>
            </a:r>
            <a:r>
              <a:rPr lang="pt-PT" sz="24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good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.</a:t>
            </a:r>
          </a:p>
          <a:p>
            <a:pPr marL="0" lvl="0" indent="0">
              <a:lnSpc>
                <a:spcPct val="150000"/>
              </a:lnSpc>
              <a:buNone/>
            </a:pPr>
            <a:endParaRPr lang="pt-PT" sz="2400" dirty="0">
              <a:solidFill>
                <a:schemeClr val="bg2">
                  <a:lumMod val="25000"/>
                </a:schemeClr>
              </a:solidFill>
              <a:latin typeface="Century Gothic" panose="020B0502020202020204" pitchFamily="34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pt-PT" sz="24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Barbers</a:t>
            </a:r>
            <a:r>
              <a:rPr lang="pt-PT" sz="24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4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have</a:t>
            </a:r>
            <a:r>
              <a:rPr lang="pt-PT" sz="24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4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worked</a:t>
            </a:r>
            <a:r>
              <a:rPr lang="pt-PT" sz="24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for </a:t>
            </a:r>
            <a:r>
              <a:rPr lang="pt-PT" sz="24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hundreds</a:t>
            </a:r>
            <a:r>
              <a:rPr lang="pt-PT" sz="24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4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of</a:t>
            </a:r>
            <a:r>
              <a:rPr lang="pt-PT" sz="24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4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years</a:t>
            </a:r>
            <a:r>
              <a:rPr lang="pt-PT" sz="24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.</a:t>
            </a:r>
            <a:endParaRPr lang="en-US" sz="2400" b="1" dirty="0">
              <a:solidFill>
                <a:schemeClr val="bg2">
                  <a:lumMod val="2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0D28A2-8EA4-4EF0-9056-3BDAA7290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5955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D6CE9D5-28BB-4329-B5E2-B06131F27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9F7D40-5D59-4F59-A331-D8F7710AC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E2B1BC2F-AEBF-4990-A7F9-197AAF28B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548664" y="0"/>
            <a:ext cx="4643336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2BBA31-7EBA-456A-A665-6D23596BE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1183" y="129209"/>
            <a:ext cx="3975652" cy="1560443"/>
          </a:xfrm>
        </p:spPr>
        <p:txBody>
          <a:bodyPr rtlCol="0" anchor="b">
            <a:normAutofit/>
          </a:bodyPr>
          <a:lstStyle/>
          <a:p>
            <a:pPr algn="ctr"/>
            <a:r>
              <a:rPr lang="pt-PT" sz="4400" dirty="0" err="1">
                <a:solidFill>
                  <a:schemeClr val="bg2">
                    <a:lumMod val="25000"/>
                  </a:schemeClr>
                </a:solidFill>
              </a:rPr>
              <a:t>Where</a:t>
            </a:r>
            <a:r>
              <a:rPr lang="pt-PT" sz="4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pt-PT" sz="4400" dirty="0" err="1">
                <a:solidFill>
                  <a:schemeClr val="bg2">
                    <a:lumMod val="25000"/>
                  </a:schemeClr>
                </a:solidFill>
              </a:rPr>
              <a:t>He</a:t>
            </a:r>
            <a:r>
              <a:rPr lang="pt-PT" sz="4400" dirty="0">
                <a:solidFill>
                  <a:schemeClr val="bg2">
                    <a:lumMod val="25000"/>
                  </a:schemeClr>
                </a:solidFill>
              </a:rPr>
              <a:t> Works</a:t>
            </a:r>
          </a:p>
        </p:txBody>
      </p:sp>
      <p:pic>
        <p:nvPicPr>
          <p:cNvPr id="7" name="Marcador de Posição de Conteúdo 6">
            <a:extLst>
              <a:ext uri="{FF2B5EF4-FFF2-40B4-BE49-F238E27FC236}">
                <a16:creationId xmlns:a16="http://schemas.microsoft.com/office/drawing/2014/main" id="{82B30DA9-9CCA-6DDC-5F8C-2AAEBC2B8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24" y="565240"/>
            <a:ext cx="5814740" cy="5727519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5FE39AE-FDB2-DAFB-2470-6AD75DE16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9" y="1818861"/>
            <a:ext cx="3717236" cy="4780721"/>
          </a:xfrm>
        </p:spPr>
        <p:txBody>
          <a:bodyPr>
            <a:normAutofit/>
          </a:bodyPr>
          <a:lstStyle/>
          <a:p>
            <a:pPr lvl="0">
              <a:buClr>
                <a:schemeClr val="bg2">
                  <a:lumMod val="25000"/>
                </a:schemeClr>
              </a:buClr>
            </a:pPr>
            <a:r>
              <a:rPr lang="pt-PT" sz="2200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He</a:t>
            </a:r>
            <a:r>
              <a:rPr lang="pt-PT" sz="22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works</a:t>
            </a:r>
            <a:r>
              <a:rPr lang="pt-PT" sz="22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 in a </a:t>
            </a:r>
            <a:r>
              <a:rPr lang="pt-PT" sz="2200" b="1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barbershop</a:t>
            </a:r>
            <a:r>
              <a:rPr lang="pt-PT" sz="22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. </a:t>
            </a:r>
          </a:p>
          <a:p>
            <a:pPr lvl="0">
              <a:buClr>
                <a:schemeClr val="bg2">
                  <a:lumMod val="25000"/>
                </a:schemeClr>
              </a:buClr>
            </a:pPr>
            <a:r>
              <a:rPr lang="pt-PT" sz="2200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He</a:t>
            </a:r>
            <a:r>
              <a:rPr lang="pt-PT" sz="22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 uses </a:t>
            </a:r>
            <a:r>
              <a:rPr lang="pt-PT" sz="2200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scissors</a:t>
            </a:r>
            <a:r>
              <a:rPr lang="pt-PT" sz="22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, clippers </a:t>
            </a:r>
            <a:r>
              <a:rPr lang="pt-PT" sz="2200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and</a:t>
            </a:r>
            <a:r>
              <a:rPr lang="pt-PT" sz="22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combs</a:t>
            </a:r>
            <a:r>
              <a:rPr lang="pt-PT" sz="22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. </a:t>
            </a:r>
          </a:p>
          <a:p>
            <a:pPr lvl="0">
              <a:buClr>
                <a:schemeClr val="bg2">
                  <a:lumMod val="25000"/>
                </a:schemeClr>
              </a:buClr>
            </a:pPr>
            <a:r>
              <a:rPr lang="pt-PT" sz="2200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He</a:t>
            </a:r>
            <a:r>
              <a:rPr lang="pt-PT" sz="22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works</a:t>
            </a:r>
            <a:r>
              <a:rPr lang="pt-PT" sz="22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with</a:t>
            </a:r>
            <a:r>
              <a:rPr lang="pt-PT" sz="22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many</a:t>
            </a:r>
            <a:r>
              <a:rPr lang="pt-PT" sz="22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customers</a:t>
            </a:r>
            <a:r>
              <a:rPr lang="pt-PT" sz="22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.</a:t>
            </a:r>
          </a:p>
          <a:p>
            <a:pPr marL="0" lvl="0" indent="0">
              <a:lnSpc>
                <a:spcPct val="150000"/>
              </a:lnSpc>
              <a:buClr>
                <a:schemeClr val="bg2">
                  <a:lumMod val="25000"/>
                </a:schemeClr>
              </a:buClr>
              <a:buNone/>
            </a:pPr>
            <a:endParaRPr lang="pt-PT" sz="22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pPr marL="0" lvl="0" indent="0" algn="ctr">
              <a:lnSpc>
                <a:spcPct val="150000"/>
              </a:lnSpc>
              <a:buClr>
                <a:schemeClr val="bg2">
                  <a:lumMod val="25000"/>
                </a:schemeClr>
              </a:buClr>
              <a:buNone/>
            </a:pPr>
            <a:r>
              <a:rPr lang="pt-PT" sz="2200" b="1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Many</a:t>
            </a:r>
            <a:r>
              <a:rPr lang="pt-PT" sz="2200" b="1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b="1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barbershops</a:t>
            </a:r>
            <a:r>
              <a:rPr lang="pt-PT" sz="2200" b="1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 are </a:t>
            </a:r>
            <a:r>
              <a:rPr lang="pt-PT" sz="2200" b="1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places</a:t>
            </a:r>
            <a:r>
              <a:rPr lang="pt-PT" sz="2200" b="1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b="1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where</a:t>
            </a:r>
            <a:r>
              <a:rPr lang="pt-PT" sz="2200" b="1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b="1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people</a:t>
            </a:r>
            <a:r>
              <a:rPr lang="pt-PT" sz="2200" b="1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b="1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like</a:t>
            </a:r>
            <a:r>
              <a:rPr lang="pt-PT" sz="2200" b="1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 to </a:t>
            </a:r>
            <a:r>
              <a:rPr lang="pt-PT" sz="2200" b="1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talk</a:t>
            </a:r>
            <a:r>
              <a:rPr lang="pt-PT" sz="2200" b="1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b="1" dirty="0" err="1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and</a:t>
            </a:r>
            <a:r>
              <a:rPr lang="pt-PT" sz="2200" b="1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 relax.</a:t>
            </a:r>
            <a:endParaRPr lang="en-US" sz="2200" b="1" dirty="0">
              <a:solidFill>
                <a:schemeClr val="bg1">
                  <a:lumMod val="8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06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C98F4480-8749-4E48-82BB-3A0F2F311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49F694-12BA-47C4-9FF3-570372F3B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E6A4D4-6C61-BF88-ABA4-1C4A68D68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999" y="258418"/>
            <a:ext cx="11029626" cy="11664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pt-PT" sz="4400" dirty="0" err="1">
                <a:solidFill>
                  <a:srgbClr val="065BE4"/>
                </a:solidFill>
              </a:rPr>
              <a:t>What</a:t>
            </a:r>
            <a:r>
              <a:rPr lang="pt-PT" sz="4400" dirty="0">
                <a:solidFill>
                  <a:srgbClr val="065BE4"/>
                </a:solidFill>
              </a:rPr>
              <a:t> </a:t>
            </a:r>
            <a:r>
              <a:rPr lang="pt-PT" sz="4400" dirty="0" err="1">
                <a:solidFill>
                  <a:srgbClr val="065BE4"/>
                </a:solidFill>
              </a:rPr>
              <a:t>He</a:t>
            </a:r>
            <a:r>
              <a:rPr lang="pt-PT" sz="4400" dirty="0">
                <a:solidFill>
                  <a:srgbClr val="065BE4"/>
                </a:solidFill>
              </a:rPr>
              <a:t> Does</a:t>
            </a:r>
            <a:endParaRPr lang="en-US" sz="4400" dirty="0">
              <a:solidFill>
                <a:srgbClr val="065BE4"/>
              </a:solidFill>
            </a:endParaRPr>
          </a:p>
        </p:txBody>
      </p:sp>
      <p:pic>
        <p:nvPicPr>
          <p:cNvPr id="6" name="Marcador de Posição de Conteúdo 5">
            <a:extLst>
              <a:ext uri="{FF2B5EF4-FFF2-40B4-BE49-F238E27FC236}">
                <a16:creationId xmlns:a16="http://schemas.microsoft.com/office/drawing/2014/main" id="{C3D5DAD4-E13F-3BA5-C059-9992C18514B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t="-579" b="-579"/>
          <a:stretch>
            <a:fillRect/>
          </a:stretch>
        </p:blipFill>
        <p:spPr>
          <a:xfrm>
            <a:off x="327991" y="3846443"/>
            <a:ext cx="11580545" cy="3086100"/>
          </a:xfrm>
          <a:prstGeom prst="rect">
            <a:avLst/>
          </a:prstGeom>
        </p:spPr>
      </p:pic>
      <p:sp>
        <p:nvSpPr>
          <p:cNvPr id="15" name="Freeform 6">
            <a:extLst>
              <a:ext uri="{FF2B5EF4-FFF2-40B4-BE49-F238E27FC236}">
                <a16:creationId xmlns:a16="http://schemas.microsoft.com/office/drawing/2014/main" id="{5402222E-F041-43A0-81BC-1B3F2EF76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5A66A2E-B36C-1FA1-2AB4-0FBD9A2CF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7999" y="1222513"/>
            <a:ext cx="11029626" cy="2415208"/>
          </a:xfrm>
        </p:spPr>
        <p:txBody>
          <a:bodyPr vert="horz" lIns="91440" tIns="45720" rIns="91440" bIns="45720" rtlCol="0">
            <a:normAutofit/>
          </a:bodyPr>
          <a:lstStyle/>
          <a:p>
            <a:pPr lvl="0" algn="ctr">
              <a:buClr>
                <a:srgbClr val="065BE4"/>
              </a:buClr>
            </a:pP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He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cuts </a:t>
            </a: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and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styles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hair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. </a:t>
            </a:r>
          </a:p>
          <a:p>
            <a:pPr lvl="0" algn="ctr">
              <a:buClr>
                <a:srgbClr val="065BE4"/>
              </a:buClr>
            </a:pP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He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trims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beards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and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moustaches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. </a:t>
            </a:r>
          </a:p>
          <a:p>
            <a:pPr lvl="0" algn="ctr">
              <a:buClr>
                <a:srgbClr val="065BE4"/>
              </a:buClr>
            </a:pP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He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keeps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his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tools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clean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.</a:t>
            </a:r>
          </a:p>
          <a:p>
            <a:pPr lvl="0" algn="ctr">
              <a:buClr>
                <a:srgbClr val="065BE4"/>
              </a:buClr>
            </a:pPr>
            <a:endParaRPr lang="pt-PT" sz="2400" dirty="0">
              <a:solidFill>
                <a:schemeClr val="bg2">
                  <a:lumMod val="25000"/>
                </a:schemeClr>
              </a:solidFill>
              <a:latin typeface="Century Gothic" panose="020B0502020202020204" pitchFamily="34" charset="0"/>
            </a:endParaRPr>
          </a:p>
          <a:p>
            <a:pPr marL="0" lvl="0" indent="0" algn="ctr">
              <a:buClr>
                <a:srgbClr val="065BE4"/>
              </a:buClr>
              <a:buNone/>
            </a:pPr>
            <a:r>
              <a:rPr lang="pt-PT" sz="22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A </a:t>
            </a:r>
            <a:r>
              <a:rPr lang="pt-PT" sz="22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barber</a:t>
            </a:r>
            <a:r>
              <a:rPr lang="pt-PT" sz="22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needs</a:t>
            </a:r>
            <a:r>
              <a:rPr lang="pt-PT" sz="22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good</a:t>
            </a:r>
            <a:r>
              <a:rPr lang="pt-PT" sz="22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hand</a:t>
            </a:r>
            <a:r>
              <a:rPr lang="pt-PT" sz="22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skills</a:t>
            </a:r>
            <a:r>
              <a:rPr lang="pt-PT" sz="22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and</a:t>
            </a:r>
            <a:r>
              <a:rPr lang="pt-PT" sz="22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patience</a:t>
            </a:r>
            <a:r>
              <a:rPr lang="pt-PT" sz="22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0D28A2-8EA4-4EF0-9056-3BDAA7290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943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Freeform 6">
            <a:extLst>
              <a:ext uri="{FF2B5EF4-FFF2-40B4-BE49-F238E27FC236}">
                <a16:creationId xmlns:a16="http://schemas.microsoft.com/office/drawing/2014/main" id="{C98F4480-8749-4E48-82BB-3A0F2F311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6" name="Rectangle 88">
            <a:extLst>
              <a:ext uri="{FF2B5EF4-FFF2-40B4-BE49-F238E27FC236}">
                <a16:creationId xmlns:a16="http://schemas.microsoft.com/office/drawing/2014/main" id="{5249F694-12BA-47C4-9FF3-570372F3B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pic>
        <p:nvPicPr>
          <p:cNvPr id="6" name="Marcador de Posição de Conteúdo 5">
            <a:extLst>
              <a:ext uri="{FF2B5EF4-FFF2-40B4-BE49-F238E27FC236}">
                <a16:creationId xmlns:a16="http://schemas.microsoft.com/office/drawing/2014/main" id="{55D2AC52-3BB9-4E97-89BA-8129330AB44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t="4616" b="452"/>
          <a:stretch>
            <a:fillRect/>
          </a:stretch>
        </p:blipFill>
        <p:spPr>
          <a:xfrm>
            <a:off x="7262535" y="0"/>
            <a:ext cx="4929465" cy="6858000"/>
          </a:xfrm>
          <a:prstGeom prst="rect">
            <a:avLst/>
          </a:prstGeom>
        </p:spPr>
      </p:pic>
      <p:sp>
        <p:nvSpPr>
          <p:cNvPr id="97" name="Freeform 10">
            <a:extLst>
              <a:ext uri="{FF2B5EF4-FFF2-40B4-BE49-F238E27FC236}">
                <a16:creationId xmlns:a16="http://schemas.microsoft.com/office/drawing/2014/main" id="{E1CE536E-134A-4A35-900B-30F927D5B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7569200" cy="6858000"/>
          </a:xfrm>
          <a:custGeom>
            <a:avLst/>
            <a:gdLst>
              <a:gd name="connsiteX0" fmla="*/ 0 w 7569200"/>
              <a:gd name="connsiteY0" fmla="*/ 0 h 6858000"/>
              <a:gd name="connsiteX1" fmla="*/ 7389812 w 7569200"/>
              <a:gd name="connsiteY1" fmla="*/ 0 h 6858000"/>
              <a:gd name="connsiteX2" fmla="*/ 7394575 w 7569200"/>
              <a:gd name="connsiteY2" fmla="*/ 66675 h 6858000"/>
              <a:gd name="connsiteX3" fmla="*/ 7402512 w 7569200"/>
              <a:gd name="connsiteY3" fmla="*/ 122237 h 6858000"/>
              <a:gd name="connsiteX4" fmla="*/ 7412037 w 7569200"/>
              <a:gd name="connsiteY4" fmla="*/ 174625 h 6858000"/>
              <a:gd name="connsiteX5" fmla="*/ 7427912 w 7569200"/>
              <a:gd name="connsiteY5" fmla="*/ 217487 h 6858000"/>
              <a:gd name="connsiteX6" fmla="*/ 7443787 w 7569200"/>
              <a:gd name="connsiteY6" fmla="*/ 260350 h 6858000"/>
              <a:gd name="connsiteX7" fmla="*/ 7462837 w 7569200"/>
              <a:gd name="connsiteY7" fmla="*/ 296862 h 6858000"/>
              <a:gd name="connsiteX8" fmla="*/ 7481887 w 7569200"/>
              <a:gd name="connsiteY8" fmla="*/ 334962 h 6858000"/>
              <a:gd name="connsiteX9" fmla="*/ 7499350 w 7569200"/>
              <a:gd name="connsiteY9" fmla="*/ 369887 h 6858000"/>
              <a:gd name="connsiteX10" fmla="*/ 7516812 w 7569200"/>
              <a:gd name="connsiteY10" fmla="*/ 409575 h 6858000"/>
              <a:gd name="connsiteX11" fmla="*/ 7532687 w 7569200"/>
              <a:gd name="connsiteY11" fmla="*/ 450850 h 6858000"/>
              <a:gd name="connsiteX12" fmla="*/ 7546975 w 7569200"/>
              <a:gd name="connsiteY12" fmla="*/ 496887 h 6858000"/>
              <a:gd name="connsiteX13" fmla="*/ 7558087 w 7569200"/>
              <a:gd name="connsiteY13" fmla="*/ 546100 h 6858000"/>
              <a:gd name="connsiteX14" fmla="*/ 7566025 w 7569200"/>
              <a:gd name="connsiteY14" fmla="*/ 606425 h 6858000"/>
              <a:gd name="connsiteX15" fmla="*/ 7569200 w 7569200"/>
              <a:gd name="connsiteY15" fmla="*/ 673100 h 6858000"/>
              <a:gd name="connsiteX16" fmla="*/ 7566025 w 7569200"/>
              <a:gd name="connsiteY16" fmla="*/ 744537 h 6858000"/>
              <a:gd name="connsiteX17" fmla="*/ 7558087 w 7569200"/>
              <a:gd name="connsiteY17" fmla="*/ 801687 h 6858000"/>
              <a:gd name="connsiteX18" fmla="*/ 7546975 w 7569200"/>
              <a:gd name="connsiteY18" fmla="*/ 854075 h 6858000"/>
              <a:gd name="connsiteX19" fmla="*/ 7532687 w 7569200"/>
              <a:gd name="connsiteY19" fmla="*/ 901700 h 6858000"/>
              <a:gd name="connsiteX20" fmla="*/ 7516812 w 7569200"/>
              <a:gd name="connsiteY20" fmla="*/ 942975 h 6858000"/>
              <a:gd name="connsiteX21" fmla="*/ 7497762 w 7569200"/>
              <a:gd name="connsiteY21" fmla="*/ 981075 h 6858000"/>
              <a:gd name="connsiteX22" fmla="*/ 7478712 w 7569200"/>
              <a:gd name="connsiteY22" fmla="*/ 1017587 h 6858000"/>
              <a:gd name="connsiteX23" fmla="*/ 7459662 w 7569200"/>
              <a:gd name="connsiteY23" fmla="*/ 1055687 h 6858000"/>
              <a:gd name="connsiteX24" fmla="*/ 7442200 w 7569200"/>
              <a:gd name="connsiteY24" fmla="*/ 1095375 h 6858000"/>
              <a:gd name="connsiteX25" fmla="*/ 7424737 w 7569200"/>
              <a:gd name="connsiteY25" fmla="*/ 1136650 h 6858000"/>
              <a:gd name="connsiteX26" fmla="*/ 7410450 w 7569200"/>
              <a:gd name="connsiteY26" fmla="*/ 1182687 h 6858000"/>
              <a:gd name="connsiteX27" fmla="*/ 7400925 w 7569200"/>
              <a:gd name="connsiteY27" fmla="*/ 1235075 h 6858000"/>
              <a:gd name="connsiteX28" fmla="*/ 7391400 w 7569200"/>
              <a:gd name="connsiteY28" fmla="*/ 1295400 h 6858000"/>
              <a:gd name="connsiteX29" fmla="*/ 7389812 w 7569200"/>
              <a:gd name="connsiteY29" fmla="*/ 1363662 h 6858000"/>
              <a:gd name="connsiteX30" fmla="*/ 7391400 w 7569200"/>
              <a:gd name="connsiteY30" fmla="*/ 1431925 h 6858000"/>
              <a:gd name="connsiteX31" fmla="*/ 7400925 w 7569200"/>
              <a:gd name="connsiteY31" fmla="*/ 1492250 h 6858000"/>
              <a:gd name="connsiteX32" fmla="*/ 7410450 w 7569200"/>
              <a:gd name="connsiteY32" fmla="*/ 1544637 h 6858000"/>
              <a:gd name="connsiteX33" fmla="*/ 7424737 w 7569200"/>
              <a:gd name="connsiteY33" fmla="*/ 1589087 h 6858000"/>
              <a:gd name="connsiteX34" fmla="*/ 7442200 w 7569200"/>
              <a:gd name="connsiteY34" fmla="*/ 1631950 h 6858000"/>
              <a:gd name="connsiteX35" fmla="*/ 7459662 w 7569200"/>
              <a:gd name="connsiteY35" fmla="*/ 1671637 h 6858000"/>
              <a:gd name="connsiteX36" fmla="*/ 7478712 w 7569200"/>
              <a:gd name="connsiteY36" fmla="*/ 1708150 h 6858000"/>
              <a:gd name="connsiteX37" fmla="*/ 7497762 w 7569200"/>
              <a:gd name="connsiteY37" fmla="*/ 1743075 h 6858000"/>
              <a:gd name="connsiteX38" fmla="*/ 7516812 w 7569200"/>
              <a:gd name="connsiteY38" fmla="*/ 1782762 h 6858000"/>
              <a:gd name="connsiteX39" fmla="*/ 7532687 w 7569200"/>
              <a:gd name="connsiteY39" fmla="*/ 1824037 h 6858000"/>
              <a:gd name="connsiteX40" fmla="*/ 7546975 w 7569200"/>
              <a:gd name="connsiteY40" fmla="*/ 1870075 h 6858000"/>
              <a:gd name="connsiteX41" fmla="*/ 7558087 w 7569200"/>
              <a:gd name="connsiteY41" fmla="*/ 1922462 h 6858000"/>
              <a:gd name="connsiteX42" fmla="*/ 7566025 w 7569200"/>
              <a:gd name="connsiteY42" fmla="*/ 1982787 h 6858000"/>
              <a:gd name="connsiteX43" fmla="*/ 7569200 w 7569200"/>
              <a:gd name="connsiteY43" fmla="*/ 2051050 h 6858000"/>
              <a:gd name="connsiteX44" fmla="*/ 7566025 w 7569200"/>
              <a:gd name="connsiteY44" fmla="*/ 2119312 h 6858000"/>
              <a:gd name="connsiteX45" fmla="*/ 7558087 w 7569200"/>
              <a:gd name="connsiteY45" fmla="*/ 2179637 h 6858000"/>
              <a:gd name="connsiteX46" fmla="*/ 7546975 w 7569200"/>
              <a:gd name="connsiteY46" fmla="*/ 2232025 h 6858000"/>
              <a:gd name="connsiteX47" fmla="*/ 7532687 w 7569200"/>
              <a:gd name="connsiteY47" fmla="*/ 2278062 h 6858000"/>
              <a:gd name="connsiteX48" fmla="*/ 7516812 w 7569200"/>
              <a:gd name="connsiteY48" fmla="*/ 2319337 h 6858000"/>
              <a:gd name="connsiteX49" fmla="*/ 7497762 w 7569200"/>
              <a:gd name="connsiteY49" fmla="*/ 2359025 h 6858000"/>
              <a:gd name="connsiteX50" fmla="*/ 7478712 w 7569200"/>
              <a:gd name="connsiteY50" fmla="*/ 2395537 h 6858000"/>
              <a:gd name="connsiteX51" fmla="*/ 7459662 w 7569200"/>
              <a:gd name="connsiteY51" fmla="*/ 2433637 h 6858000"/>
              <a:gd name="connsiteX52" fmla="*/ 7442200 w 7569200"/>
              <a:gd name="connsiteY52" fmla="*/ 2471737 h 6858000"/>
              <a:gd name="connsiteX53" fmla="*/ 7424737 w 7569200"/>
              <a:gd name="connsiteY53" fmla="*/ 2513012 h 6858000"/>
              <a:gd name="connsiteX54" fmla="*/ 7410450 w 7569200"/>
              <a:gd name="connsiteY54" fmla="*/ 2560637 h 6858000"/>
              <a:gd name="connsiteX55" fmla="*/ 7400925 w 7569200"/>
              <a:gd name="connsiteY55" fmla="*/ 2613025 h 6858000"/>
              <a:gd name="connsiteX56" fmla="*/ 7391400 w 7569200"/>
              <a:gd name="connsiteY56" fmla="*/ 2671762 h 6858000"/>
              <a:gd name="connsiteX57" fmla="*/ 7389812 w 7569200"/>
              <a:gd name="connsiteY57" fmla="*/ 2741612 h 6858000"/>
              <a:gd name="connsiteX58" fmla="*/ 7391400 w 7569200"/>
              <a:gd name="connsiteY58" fmla="*/ 2809875 h 6858000"/>
              <a:gd name="connsiteX59" fmla="*/ 7400925 w 7569200"/>
              <a:gd name="connsiteY59" fmla="*/ 2868612 h 6858000"/>
              <a:gd name="connsiteX60" fmla="*/ 7410450 w 7569200"/>
              <a:gd name="connsiteY60" fmla="*/ 2922587 h 6858000"/>
              <a:gd name="connsiteX61" fmla="*/ 7424737 w 7569200"/>
              <a:gd name="connsiteY61" fmla="*/ 2967037 h 6858000"/>
              <a:gd name="connsiteX62" fmla="*/ 7442200 w 7569200"/>
              <a:gd name="connsiteY62" fmla="*/ 3009900 h 6858000"/>
              <a:gd name="connsiteX63" fmla="*/ 7459662 w 7569200"/>
              <a:gd name="connsiteY63" fmla="*/ 3046412 h 6858000"/>
              <a:gd name="connsiteX64" fmla="*/ 7478712 w 7569200"/>
              <a:gd name="connsiteY64" fmla="*/ 3084512 h 6858000"/>
              <a:gd name="connsiteX65" fmla="*/ 7497762 w 7569200"/>
              <a:gd name="connsiteY65" fmla="*/ 3121025 h 6858000"/>
              <a:gd name="connsiteX66" fmla="*/ 7516812 w 7569200"/>
              <a:gd name="connsiteY66" fmla="*/ 3160712 h 6858000"/>
              <a:gd name="connsiteX67" fmla="*/ 7532687 w 7569200"/>
              <a:gd name="connsiteY67" fmla="*/ 3201987 h 6858000"/>
              <a:gd name="connsiteX68" fmla="*/ 7546975 w 7569200"/>
              <a:gd name="connsiteY68" fmla="*/ 3248025 h 6858000"/>
              <a:gd name="connsiteX69" fmla="*/ 7558087 w 7569200"/>
              <a:gd name="connsiteY69" fmla="*/ 3300412 h 6858000"/>
              <a:gd name="connsiteX70" fmla="*/ 7566025 w 7569200"/>
              <a:gd name="connsiteY70" fmla="*/ 3360737 h 6858000"/>
              <a:gd name="connsiteX71" fmla="*/ 7569200 w 7569200"/>
              <a:gd name="connsiteY71" fmla="*/ 3427412 h 6858000"/>
              <a:gd name="connsiteX72" fmla="*/ 7566025 w 7569200"/>
              <a:gd name="connsiteY72" fmla="*/ 3497262 h 6858000"/>
              <a:gd name="connsiteX73" fmla="*/ 7558087 w 7569200"/>
              <a:gd name="connsiteY73" fmla="*/ 3557587 h 6858000"/>
              <a:gd name="connsiteX74" fmla="*/ 7546975 w 7569200"/>
              <a:gd name="connsiteY74" fmla="*/ 3609975 h 6858000"/>
              <a:gd name="connsiteX75" fmla="*/ 7532687 w 7569200"/>
              <a:gd name="connsiteY75" fmla="*/ 3656012 h 6858000"/>
              <a:gd name="connsiteX76" fmla="*/ 7516812 w 7569200"/>
              <a:gd name="connsiteY76" fmla="*/ 3697287 h 6858000"/>
              <a:gd name="connsiteX77" fmla="*/ 7497762 w 7569200"/>
              <a:gd name="connsiteY77" fmla="*/ 3736975 h 6858000"/>
              <a:gd name="connsiteX78" fmla="*/ 7459662 w 7569200"/>
              <a:gd name="connsiteY78" fmla="*/ 3811587 h 6858000"/>
              <a:gd name="connsiteX79" fmla="*/ 7442200 w 7569200"/>
              <a:gd name="connsiteY79" fmla="*/ 3848100 h 6858000"/>
              <a:gd name="connsiteX80" fmla="*/ 7424737 w 7569200"/>
              <a:gd name="connsiteY80" fmla="*/ 3890962 h 6858000"/>
              <a:gd name="connsiteX81" fmla="*/ 7410450 w 7569200"/>
              <a:gd name="connsiteY81" fmla="*/ 3935412 h 6858000"/>
              <a:gd name="connsiteX82" fmla="*/ 7400925 w 7569200"/>
              <a:gd name="connsiteY82" fmla="*/ 3987800 h 6858000"/>
              <a:gd name="connsiteX83" fmla="*/ 7391400 w 7569200"/>
              <a:gd name="connsiteY83" fmla="*/ 4048125 h 6858000"/>
              <a:gd name="connsiteX84" fmla="*/ 7389812 w 7569200"/>
              <a:gd name="connsiteY84" fmla="*/ 4116387 h 6858000"/>
              <a:gd name="connsiteX85" fmla="*/ 7391400 w 7569200"/>
              <a:gd name="connsiteY85" fmla="*/ 4186237 h 6858000"/>
              <a:gd name="connsiteX86" fmla="*/ 7400925 w 7569200"/>
              <a:gd name="connsiteY86" fmla="*/ 4244975 h 6858000"/>
              <a:gd name="connsiteX87" fmla="*/ 7410450 w 7569200"/>
              <a:gd name="connsiteY87" fmla="*/ 4297362 h 6858000"/>
              <a:gd name="connsiteX88" fmla="*/ 7424737 w 7569200"/>
              <a:gd name="connsiteY88" fmla="*/ 4343400 h 6858000"/>
              <a:gd name="connsiteX89" fmla="*/ 7442200 w 7569200"/>
              <a:gd name="connsiteY89" fmla="*/ 4386262 h 6858000"/>
              <a:gd name="connsiteX90" fmla="*/ 7459662 w 7569200"/>
              <a:gd name="connsiteY90" fmla="*/ 4424362 h 6858000"/>
              <a:gd name="connsiteX91" fmla="*/ 7497762 w 7569200"/>
              <a:gd name="connsiteY91" fmla="*/ 4498975 h 6858000"/>
              <a:gd name="connsiteX92" fmla="*/ 7516812 w 7569200"/>
              <a:gd name="connsiteY92" fmla="*/ 4537075 h 6858000"/>
              <a:gd name="connsiteX93" fmla="*/ 7532687 w 7569200"/>
              <a:gd name="connsiteY93" fmla="*/ 4579937 h 6858000"/>
              <a:gd name="connsiteX94" fmla="*/ 7546975 w 7569200"/>
              <a:gd name="connsiteY94" fmla="*/ 4625975 h 6858000"/>
              <a:gd name="connsiteX95" fmla="*/ 7558087 w 7569200"/>
              <a:gd name="connsiteY95" fmla="*/ 4678362 h 6858000"/>
              <a:gd name="connsiteX96" fmla="*/ 7566025 w 7569200"/>
              <a:gd name="connsiteY96" fmla="*/ 4738687 h 6858000"/>
              <a:gd name="connsiteX97" fmla="*/ 7569200 w 7569200"/>
              <a:gd name="connsiteY97" fmla="*/ 4806950 h 6858000"/>
              <a:gd name="connsiteX98" fmla="*/ 7566025 w 7569200"/>
              <a:gd name="connsiteY98" fmla="*/ 4875212 h 6858000"/>
              <a:gd name="connsiteX99" fmla="*/ 7558087 w 7569200"/>
              <a:gd name="connsiteY99" fmla="*/ 4935537 h 6858000"/>
              <a:gd name="connsiteX100" fmla="*/ 7546975 w 7569200"/>
              <a:gd name="connsiteY100" fmla="*/ 4987925 h 6858000"/>
              <a:gd name="connsiteX101" fmla="*/ 7532687 w 7569200"/>
              <a:gd name="connsiteY101" fmla="*/ 5033962 h 6858000"/>
              <a:gd name="connsiteX102" fmla="*/ 7516812 w 7569200"/>
              <a:gd name="connsiteY102" fmla="*/ 5075237 h 6858000"/>
              <a:gd name="connsiteX103" fmla="*/ 7497762 w 7569200"/>
              <a:gd name="connsiteY103" fmla="*/ 5114925 h 6858000"/>
              <a:gd name="connsiteX104" fmla="*/ 7478712 w 7569200"/>
              <a:gd name="connsiteY104" fmla="*/ 5149850 h 6858000"/>
              <a:gd name="connsiteX105" fmla="*/ 7459662 w 7569200"/>
              <a:gd name="connsiteY105" fmla="*/ 5186362 h 6858000"/>
              <a:gd name="connsiteX106" fmla="*/ 7442200 w 7569200"/>
              <a:gd name="connsiteY106" fmla="*/ 5226050 h 6858000"/>
              <a:gd name="connsiteX107" fmla="*/ 7424737 w 7569200"/>
              <a:gd name="connsiteY107" fmla="*/ 5268912 h 6858000"/>
              <a:gd name="connsiteX108" fmla="*/ 7410450 w 7569200"/>
              <a:gd name="connsiteY108" fmla="*/ 5313362 h 6858000"/>
              <a:gd name="connsiteX109" fmla="*/ 7400925 w 7569200"/>
              <a:gd name="connsiteY109" fmla="*/ 5365750 h 6858000"/>
              <a:gd name="connsiteX110" fmla="*/ 7391400 w 7569200"/>
              <a:gd name="connsiteY110" fmla="*/ 5426075 h 6858000"/>
              <a:gd name="connsiteX111" fmla="*/ 7389812 w 7569200"/>
              <a:gd name="connsiteY111" fmla="*/ 5494337 h 6858000"/>
              <a:gd name="connsiteX112" fmla="*/ 7391400 w 7569200"/>
              <a:gd name="connsiteY112" fmla="*/ 5562600 h 6858000"/>
              <a:gd name="connsiteX113" fmla="*/ 7400925 w 7569200"/>
              <a:gd name="connsiteY113" fmla="*/ 5622925 h 6858000"/>
              <a:gd name="connsiteX114" fmla="*/ 7410450 w 7569200"/>
              <a:gd name="connsiteY114" fmla="*/ 5675312 h 6858000"/>
              <a:gd name="connsiteX115" fmla="*/ 7424737 w 7569200"/>
              <a:gd name="connsiteY115" fmla="*/ 5721350 h 6858000"/>
              <a:gd name="connsiteX116" fmla="*/ 7442200 w 7569200"/>
              <a:gd name="connsiteY116" fmla="*/ 5762625 h 6858000"/>
              <a:gd name="connsiteX117" fmla="*/ 7459662 w 7569200"/>
              <a:gd name="connsiteY117" fmla="*/ 5802312 h 6858000"/>
              <a:gd name="connsiteX118" fmla="*/ 7478712 w 7569200"/>
              <a:gd name="connsiteY118" fmla="*/ 5840412 h 6858000"/>
              <a:gd name="connsiteX119" fmla="*/ 7497762 w 7569200"/>
              <a:gd name="connsiteY119" fmla="*/ 5876925 h 6858000"/>
              <a:gd name="connsiteX120" fmla="*/ 7516812 w 7569200"/>
              <a:gd name="connsiteY120" fmla="*/ 5915025 h 6858000"/>
              <a:gd name="connsiteX121" fmla="*/ 7532687 w 7569200"/>
              <a:gd name="connsiteY121" fmla="*/ 5956300 h 6858000"/>
              <a:gd name="connsiteX122" fmla="*/ 7546975 w 7569200"/>
              <a:gd name="connsiteY122" fmla="*/ 6003925 h 6858000"/>
              <a:gd name="connsiteX123" fmla="*/ 7558087 w 7569200"/>
              <a:gd name="connsiteY123" fmla="*/ 6056312 h 6858000"/>
              <a:gd name="connsiteX124" fmla="*/ 7566025 w 7569200"/>
              <a:gd name="connsiteY124" fmla="*/ 6113462 h 6858000"/>
              <a:gd name="connsiteX125" fmla="*/ 7569200 w 7569200"/>
              <a:gd name="connsiteY125" fmla="*/ 6183312 h 6858000"/>
              <a:gd name="connsiteX126" fmla="*/ 7566025 w 7569200"/>
              <a:gd name="connsiteY126" fmla="*/ 6251575 h 6858000"/>
              <a:gd name="connsiteX127" fmla="*/ 7558087 w 7569200"/>
              <a:gd name="connsiteY127" fmla="*/ 6311900 h 6858000"/>
              <a:gd name="connsiteX128" fmla="*/ 7546975 w 7569200"/>
              <a:gd name="connsiteY128" fmla="*/ 6361112 h 6858000"/>
              <a:gd name="connsiteX129" fmla="*/ 7532687 w 7569200"/>
              <a:gd name="connsiteY129" fmla="*/ 6407150 h 6858000"/>
              <a:gd name="connsiteX130" fmla="*/ 7516812 w 7569200"/>
              <a:gd name="connsiteY130" fmla="*/ 6448425 h 6858000"/>
              <a:gd name="connsiteX131" fmla="*/ 7499350 w 7569200"/>
              <a:gd name="connsiteY131" fmla="*/ 6488112 h 6858000"/>
              <a:gd name="connsiteX132" fmla="*/ 7481887 w 7569200"/>
              <a:gd name="connsiteY132" fmla="*/ 6523037 h 6858000"/>
              <a:gd name="connsiteX133" fmla="*/ 7462837 w 7569200"/>
              <a:gd name="connsiteY133" fmla="*/ 6561137 h 6858000"/>
              <a:gd name="connsiteX134" fmla="*/ 7443787 w 7569200"/>
              <a:gd name="connsiteY134" fmla="*/ 6597650 h 6858000"/>
              <a:gd name="connsiteX135" fmla="*/ 7427912 w 7569200"/>
              <a:gd name="connsiteY135" fmla="*/ 6640512 h 6858000"/>
              <a:gd name="connsiteX136" fmla="*/ 7412037 w 7569200"/>
              <a:gd name="connsiteY136" fmla="*/ 6683375 h 6858000"/>
              <a:gd name="connsiteX137" fmla="*/ 7402512 w 7569200"/>
              <a:gd name="connsiteY137" fmla="*/ 6735762 h 6858000"/>
              <a:gd name="connsiteX138" fmla="*/ 7394575 w 7569200"/>
              <a:gd name="connsiteY138" fmla="*/ 6791325 h 6858000"/>
              <a:gd name="connsiteX139" fmla="*/ 7389812 w 7569200"/>
              <a:gd name="connsiteY139" fmla="*/ 6858000 h 6858000"/>
              <a:gd name="connsiteX140" fmla="*/ 0 w 7569200"/>
              <a:gd name="connsiteY140" fmla="*/ 6858000 h 6858000"/>
              <a:gd name="connsiteX141" fmla="*/ 0 w 7569200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569200" h="68580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CC9E7E-C8DB-4D73-80B6-C5D35AD7F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51" y="382385"/>
            <a:ext cx="6015897" cy="14921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pt-PT" sz="4400" dirty="0"/>
              <a:t>Positive </a:t>
            </a:r>
            <a:r>
              <a:rPr lang="pt-PT" sz="4400" dirty="0" err="1"/>
              <a:t>and</a:t>
            </a:r>
            <a:r>
              <a:rPr lang="pt-PT" sz="4400" dirty="0"/>
              <a:t> Negative </a:t>
            </a:r>
            <a:r>
              <a:rPr lang="pt-PT" sz="4400" dirty="0" err="1"/>
              <a:t>Points</a:t>
            </a:r>
            <a:endParaRPr lang="en-US" sz="4300" dirty="0"/>
          </a:p>
        </p:txBody>
      </p:sp>
      <p:sp>
        <p:nvSpPr>
          <p:cNvPr id="98" name="Rectangle 92">
            <a:extLst>
              <a:ext uri="{FF2B5EF4-FFF2-40B4-BE49-F238E27FC236}">
                <a16:creationId xmlns:a16="http://schemas.microsoft.com/office/drawing/2014/main" id="{FA0382D1-1594-4E3D-842E-04E1E5E75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357EB62-9118-1816-C523-49C8E911E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466" y="2009688"/>
            <a:ext cx="3081129" cy="29827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PT" sz="24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Positive</a:t>
            </a:r>
          </a:p>
          <a:p>
            <a:pPr lvl="0">
              <a:lnSpc>
                <a:spcPct val="150000"/>
              </a:lnSpc>
            </a:pPr>
            <a:r>
              <a:rPr lang="pt-PT" sz="24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He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4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loves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4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helping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4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people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pt-PT" sz="24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Every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4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day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4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is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4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different</a:t>
            </a:r>
            <a:r>
              <a:rPr lang="pt-PT" sz="24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60211E-8F72-F219-07D3-8B676A2A7837}"/>
              </a:ext>
            </a:extLst>
          </p:cNvPr>
          <p:cNvSpPr txBox="1"/>
          <p:nvPr/>
        </p:nvSpPr>
        <p:spPr>
          <a:xfrm>
            <a:off x="4054597" y="2007279"/>
            <a:ext cx="30100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2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Negative</a:t>
            </a:r>
          </a:p>
          <a:p>
            <a:pPr marL="342900" lvl="0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He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doesn't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like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standing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for </a:t>
            </a: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many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hours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The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job can </a:t>
            </a: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be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tiring</a:t>
            </a:r>
            <a:r>
              <a:rPr lang="pt-PT" sz="22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.</a:t>
            </a:r>
          </a:p>
          <a:p>
            <a:endParaRPr lang="pt-PT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91AA51-1D40-02F2-B1A1-8123E301F088}"/>
              </a:ext>
            </a:extLst>
          </p:cNvPr>
          <p:cNvSpPr txBox="1"/>
          <p:nvPr/>
        </p:nvSpPr>
        <p:spPr>
          <a:xfrm>
            <a:off x="1083365" y="5516218"/>
            <a:ext cx="53174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2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A </a:t>
            </a:r>
            <a:r>
              <a:rPr lang="pt-PT" sz="22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happy</a:t>
            </a:r>
            <a:r>
              <a:rPr lang="pt-PT" sz="22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customer</a:t>
            </a:r>
            <a:r>
              <a:rPr lang="pt-PT" sz="22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often</a:t>
            </a:r>
            <a:r>
              <a:rPr lang="pt-PT" sz="22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comes </a:t>
            </a:r>
            <a:r>
              <a:rPr lang="pt-PT" sz="22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back</a:t>
            </a:r>
            <a:r>
              <a:rPr lang="pt-PT" sz="22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to </a:t>
            </a:r>
            <a:r>
              <a:rPr lang="pt-PT" sz="22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the</a:t>
            </a:r>
            <a:r>
              <a:rPr lang="pt-PT" sz="22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same</a:t>
            </a:r>
            <a:r>
              <a:rPr lang="pt-PT" sz="22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pt-PT" sz="2200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barber</a:t>
            </a:r>
            <a:r>
              <a:rPr lang="pt-PT" sz="2200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70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3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15DEDD7-7B31-4EF1-B7C7-5AEE3208C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219199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687682-14E6-478D-9035-A24DB1E0F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849" y="954923"/>
            <a:ext cx="5875694" cy="4504620"/>
          </a:xfrm>
        </p:spPr>
        <p:txBody>
          <a:bodyPr rtlCol="0">
            <a:normAutofit/>
          </a:bodyPr>
          <a:lstStyle/>
          <a:p>
            <a:pPr rtl="0"/>
            <a:r>
              <a:rPr lang="pt-PT" sz="9600" dirty="0">
                <a:solidFill>
                  <a:schemeClr val="bg2">
                    <a:lumMod val="25000"/>
                  </a:schemeClr>
                </a:solidFill>
              </a:rPr>
              <a:t>THANK YOU!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8E4FA7-F992-460B-84B9-C41D853183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158" y="5316968"/>
            <a:ext cx="5877385" cy="841803"/>
          </a:xfrm>
        </p:spPr>
        <p:txBody>
          <a:bodyPr rtlCol="0">
            <a:normAutofit/>
          </a:bodyPr>
          <a:lstStyle/>
          <a:p>
            <a:r>
              <a:rPr lang="pt-PT" dirty="0">
                <a:solidFill>
                  <a:schemeClr val="bg2"/>
                </a:solidFill>
              </a:rPr>
              <a:t>By: </a:t>
            </a:r>
            <a:r>
              <a:rPr lang="pt-PT" dirty="0" err="1">
                <a:solidFill>
                  <a:schemeClr val="bg2"/>
                </a:solidFill>
              </a:rPr>
              <a:t>ana</a:t>
            </a:r>
            <a:r>
              <a:rPr lang="pt-PT" dirty="0">
                <a:solidFill>
                  <a:schemeClr val="bg2"/>
                </a:solidFill>
              </a:rPr>
              <a:t> </a:t>
            </a:r>
            <a:r>
              <a:rPr lang="pt-PT" dirty="0" err="1">
                <a:solidFill>
                  <a:schemeClr val="bg2"/>
                </a:solidFill>
              </a:rPr>
              <a:t>lopes</a:t>
            </a:r>
            <a:endParaRPr lang="pt-PT" dirty="0">
              <a:solidFill>
                <a:schemeClr val="bg2"/>
              </a:solidFill>
            </a:endParaRPr>
          </a:p>
          <a:p>
            <a:r>
              <a:rPr lang="pt-PT" dirty="0">
                <a:solidFill>
                  <a:schemeClr val="bg2"/>
                </a:solidFill>
              </a:rPr>
              <a:t>UFCD LEA_B3_A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242CC7A-3D6E-47A4-B9D1-860978459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6174" y="0"/>
            <a:ext cx="5282519" cy="6858000"/>
          </a:xfrm>
          <a:custGeom>
            <a:avLst/>
            <a:gdLst>
              <a:gd name="connsiteX0" fmla="*/ 189795 w 5282519"/>
              <a:gd name="connsiteY0" fmla="*/ 0 h 6858000"/>
              <a:gd name="connsiteX1" fmla="*/ 5282519 w 5282519"/>
              <a:gd name="connsiteY1" fmla="*/ 0 h 6858000"/>
              <a:gd name="connsiteX2" fmla="*/ 5282519 w 5282519"/>
              <a:gd name="connsiteY2" fmla="*/ 6858000 h 6858000"/>
              <a:gd name="connsiteX3" fmla="*/ 189795 w 5282519"/>
              <a:gd name="connsiteY3" fmla="*/ 6858000 h 6858000"/>
              <a:gd name="connsiteX4" fmla="*/ 184756 w 5282519"/>
              <a:gd name="connsiteY4" fmla="*/ 6791325 h 6858000"/>
              <a:gd name="connsiteX5" fmla="*/ 176358 w 5282519"/>
              <a:gd name="connsiteY5" fmla="*/ 6735762 h 6858000"/>
              <a:gd name="connsiteX6" fmla="*/ 166281 w 5282519"/>
              <a:gd name="connsiteY6" fmla="*/ 6683375 h 6858000"/>
              <a:gd name="connsiteX7" fmla="*/ 149485 w 5282519"/>
              <a:gd name="connsiteY7" fmla="*/ 6640512 h 6858000"/>
              <a:gd name="connsiteX8" fmla="*/ 132689 w 5282519"/>
              <a:gd name="connsiteY8" fmla="*/ 6597650 h 6858000"/>
              <a:gd name="connsiteX9" fmla="*/ 112534 w 5282519"/>
              <a:gd name="connsiteY9" fmla="*/ 6561137 h 6858000"/>
              <a:gd name="connsiteX10" fmla="*/ 92379 w 5282519"/>
              <a:gd name="connsiteY10" fmla="*/ 6523037 h 6858000"/>
              <a:gd name="connsiteX11" fmla="*/ 73903 w 5282519"/>
              <a:gd name="connsiteY11" fmla="*/ 6488112 h 6858000"/>
              <a:gd name="connsiteX12" fmla="*/ 55427 w 5282519"/>
              <a:gd name="connsiteY12" fmla="*/ 6448425 h 6858000"/>
              <a:gd name="connsiteX13" fmla="*/ 38632 w 5282519"/>
              <a:gd name="connsiteY13" fmla="*/ 6407150 h 6858000"/>
              <a:gd name="connsiteX14" fmla="*/ 23515 w 5282519"/>
              <a:gd name="connsiteY14" fmla="*/ 6361112 h 6858000"/>
              <a:gd name="connsiteX15" fmla="*/ 11758 w 5282519"/>
              <a:gd name="connsiteY15" fmla="*/ 6311900 h 6858000"/>
              <a:gd name="connsiteX16" fmla="*/ 3359 w 5282519"/>
              <a:gd name="connsiteY16" fmla="*/ 6251575 h 6858000"/>
              <a:gd name="connsiteX17" fmla="*/ 0 w 5282519"/>
              <a:gd name="connsiteY17" fmla="*/ 6183312 h 6858000"/>
              <a:gd name="connsiteX18" fmla="*/ 3359 w 5282519"/>
              <a:gd name="connsiteY18" fmla="*/ 6113462 h 6858000"/>
              <a:gd name="connsiteX19" fmla="*/ 11758 w 5282519"/>
              <a:gd name="connsiteY19" fmla="*/ 6056312 h 6858000"/>
              <a:gd name="connsiteX20" fmla="*/ 23515 w 5282519"/>
              <a:gd name="connsiteY20" fmla="*/ 6003925 h 6858000"/>
              <a:gd name="connsiteX21" fmla="*/ 38632 w 5282519"/>
              <a:gd name="connsiteY21" fmla="*/ 5956300 h 6858000"/>
              <a:gd name="connsiteX22" fmla="*/ 55427 w 5282519"/>
              <a:gd name="connsiteY22" fmla="*/ 5915025 h 6858000"/>
              <a:gd name="connsiteX23" fmla="*/ 75583 w 5282519"/>
              <a:gd name="connsiteY23" fmla="*/ 5876925 h 6858000"/>
              <a:gd name="connsiteX24" fmla="*/ 95738 w 5282519"/>
              <a:gd name="connsiteY24" fmla="*/ 5840412 h 6858000"/>
              <a:gd name="connsiteX25" fmla="*/ 115893 w 5282519"/>
              <a:gd name="connsiteY25" fmla="*/ 5802312 h 6858000"/>
              <a:gd name="connsiteX26" fmla="*/ 134368 w 5282519"/>
              <a:gd name="connsiteY26" fmla="*/ 5762625 h 6858000"/>
              <a:gd name="connsiteX27" fmla="*/ 152844 w 5282519"/>
              <a:gd name="connsiteY27" fmla="*/ 5721350 h 6858000"/>
              <a:gd name="connsiteX28" fmla="*/ 167960 w 5282519"/>
              <a:gd name="connsiteY28" fmla="*/ 5675312 h 6858000"/>
              <a:gd name="connsiteX29" fmla="*/ 178038 w 5282519"/>
              <a:gd name="connsiteY29" fmla="*/ 5622925 h 6858000"/>
              <a:gd name="connsiteX30" fmla="*/ 188115 w 5282519"/>
              <a:gd name="connsiteY30" fmla="*/ 5562600 h 6858000"/>
              <a:gd name="connsiteX31" fmla="*/ 189795 w 5282519"/>
              <a:gd name="connsiteY31" fmla="*/ 5494337 h 6858000"/>
              <a:gd name="connsiteX32" fmla="*/ 188115 w 5282519"/>
              <a:gd name="connsiteY32" fmla="*/ 5426075 h 6858000"/>
              <a:gd name="connsiteX33" fmla="*/ 178038 w 5282519"/>
              <a:gd name="connsiteY33" fmla="*/ 5365750 h 6858000"/>
              <a:gd name="connsiteX34" fmla="*/ 167960 w 5282519"/>
              <a:gd name="connsiteY34" fmla="*/ 5313362 h 6858000"/>
              <a:gd name="connsiteX35" fmla="*/ 152844 w 5282519"/>
              <a:gd name="connsiteY35" fmla="*/ 5268912 h 6858000"/>
              <a:gd name="connsiteX36" fmla="*/ 134368 w 5282519"/>
              <a:gd name="connsiteY36" fmla="*/ 5226050 h 6858000"/>
              <a:gd name="connsiteX37" fmla="*/ 115893 w 5282519"/>
              <a:gd name="connsiteY37" fmla="*/ 5186362 h 6858000"/>
              <a:gd name="connsiteX38" fmla="*/ 95738 w 5282519"/>
              <a:gd name="connsiteY38" fmla="*/ 5149850 h 6858000"/>
              <a:gd name="connsiteX39" fmla="*/ 75583 w 5282519"/>
              <a:gd name="connsiteY39" fmla="*/ 5114925 h 6858000"/>
              <a:gd name="connsiteX40" fmla="*/ 55427 w 5282519"/>
              <a:gd name="connsiteY40" fmla="*/ 5075237 h 6858000"/>
              <a:gd name="connsiteX41" fmla="*/ 38632 w 5282519"/>
              <a:gd name="connsiteY41" fmla="*/ 5033962 h 6858000"/>
              <a:gd name="connsiteX42" fmla="*/ 23515 w 5282519"/>
              <a:gd name="connsiteY42" fmla="*/ 4987925 h 6858000"/>
              <a:gd name="connsiteX43" fmla="*/ 11758 w 5282519"/>
              <a:gd name="connsiteY43" fmla="*/ 4935537 h 6858000"/>
              <a:gd name="connsiteX44" fmla="*/ 3359 w 5282519"/>
              <a:gd name="connsiteY44" fmla="*/ 4875212 h 6858000"/>
              <a:gd name="connsiteX45" fmla="*/ 0 w 5282519"/>
              <a:gd name="connsiteY45" fmla="*/ 4806950 h 6858000"/>
              <a:gd name="connsiteX46" fmla="*/ 3359 w 5282519"/>
              <a:gd name="connsiteY46" fmla="*/ 4738687 h 6858000"/>
              <a:gd name="connsiteX47" fmla="*/ 11758 w 5282519"/>
              <a:gd name="connsiteY47" fmla="*/ 4678362 h 6858000"/>
              <a:gd name="connsiteX48" fmla="*/ 23515 w 5282519"/>
              <a:gd name="connsiteY48" fmla="*/ 4625975 h 6858000"/>
              <a:gd name="connsiteX49" fmla="*/ 38632 w 5282519"/>
              <a:gd name="connsiteY49" fmla="*/ 4579937 h 6858000"/>
              <a:gd name="connsiteX50" fmla="*/ 55427 w 5282519"/>
              <a:gd name="connsiteY50" fmla="*/ 4537075 h 6858000"/>
              <a:gd name="connsiteX51" fmla="*/ 75583 w 5282519"/>
              <a:gd name="connsiteY51" fmla="*/ 4498975 h 6858000"/>
              <a:gd name="connsiteX52" fmla="*/ 115893 w 5282519"/>
              <a:gd name="connsiteY52" fmla="*/ 4424362 h 6858000"/>
              <a:gd name="connsiteX53" fmla="*/ 134368 w 5282519"/>
              <a:gd name="connsiteY53" fmla="*/ 4386262 h 6858000"/>
              <a:gd name="connsiteX54" fmla="*/ 152844 w 5282519"/>
              <a:gd name="connsiteY54" fmla="*/ 4343400 h 6858000"/>
              <a:gd name="connsiteX55" fmla="*/ 167960 w 5282519"/>
              <a:gd name="connsiteY55" fmla="*/ 4297362 h 6858000"/>
              <a:gd name="connsiteX56" fmla="*/ 178038 w 5282519"/>
              <a:gd name="connsiteY56" fmla="*/ 4244975 h 6858000"/>
              <a:gd name="connsiteX57" fmla="*/ 188115 w 5282519"/>
              <a:gd name="connsiteY57" fmla="*/ 4186237 h 6858000"/>
              <a:gd name="connsiteX58" fmla="*/ 189795 w 5282519"/>
              <a:gd name="connsiteY58" fmla="*/ 4116387 h 6858000"/>
              <a:gd name="connsiteX59" fmla="*/ 188115 w 5282519"/>
              <a:gd name="connsiteY59" fmla="*/ 4048125 h 6858000"/>
              <a:gd name="connsiteX60" fmla="*/ 178038 w 5282519"/>
              <a:gd name="connsiteY60" fmla="*/ 3987800 h 6858000"/>
              <a:gd name="connsiteX61" fmla="*/ 167960 w 5282519"/>
              <a:gd name="connsiteY61" fmla="*/ 3935412 h 6858000"/>
              <a:gd name="connsiteX62" fmla="*/ 152844 w 5282519"/>
              <a:gd name="connsiteY62" fmla="*/ 3890962 h 6858000"/>
              <a:gd name="connsiteX63" fmla="*/ 134368 w 5282519"/>
              <a:gd name="connsiteY63" fmla="*/ 3848100 h 6858000"/>
              <a:gd name="connsiteX64" fmla="*/ 115893 w 5282519"/>
              <a:gd name="connsiteY64" fmla="*/ 3811587 h 6858000"/>
              <a:gd name="connsiteX65" fmla="*/ 75583 w 5282519"/>
              <a:gd name="connsiteY65" fmla="*/ 3736975 h 6858000"/>
              <a:gd name="connsiteX66" fmla="*/ 55427 w 5282519"/>
              <a:gd name="connsiteY66" fmla="*/ 3697287 h 6858000"/>
              <a:gd name="connsiteX67" fmla="*/ 38632 w 5282519"/>
              <a:gd name="connsiteY67" fmla="*/ 3656012 h 6858000"/>
              <a:gd name="connsiteX68" fmla="*/ 23515 w 5282519"/>
              <a:gd name="connsiteY68" fmla="*/ 3609975 h 6858000"/>
              <a:gd name="connsiteX69" fmla="*/ 11758 w 5282519"/>
              <a:gd name="connsiteY69" fmla="*/ 3557587 h 6858000"/>
              <a:gd name="connsiteX70" fmla="*/ 3359 w 5282519"/>
              <a:gd name="connsiteY70" fmla="*/ 3497262 h 6858000"/>
              <a:gd name="connsiteX71" fmla="*/ 0 w 5282519"/>
              <a:gd name="connsiteY71" fmla="*/ 3427412 h 6858000"/>
              <a:gd name="connsiteX72" fmla="*/ 3359 w 5282519"/>
              <a:gd name="connsiteY72" fmla="*/ 3360737 h 6858000"/>
              <a:gd name="connsiteX73" fmla="*/ 11758 w 5282519"/>
              <a:gd name="connsiteY73" fmla="*/ 3300412 h 6858000"/>
              <a:gd name="connsiteX74" fmla="*/ 23515 w 5282519"/>
              <a:gd name="connsiteY74" fmla="*/ 3248025 h 6858000"/>
              <a:gd name="connsiteX75" fmla="*/ 38632 w 5282519"/>
              <a:gd name="connsiteY75" fmla="*/ 3201987 h 6858000"/>
              <a:gd name="connsiteX76" fmla="*/ 55427 w 5282519"/>
              <a:gd name="connsiteY76" fmla="*/ 3160712 h 6858000"/>
              <a:gd name="connsiteX77" fmla="*/ 75583 w 5282519"/>
              <a:gd name="connsiteY77" fmla="*/ 3121025 h 6858000"/>
              <a:gd name="connsiteX78" fmla="*/ 95738 w 5282519"/>
              <a:gd name="connsiteY78" fmla="*/ 3084512 h 6858000"/>
              <a:gd name="connsiteX79" fmla="*/ 115893 w 5282519"/>
              <a:gd name="connsiteY79" fmla="*/ 3046412 h 6858000"/>
              <a:gd name="connsiteX80" fmla="*/ 134368 w 5282519"/>
              <a:gd name="connsiteY80" fmla="*/ 3009900 h 6858000"/>
              <a:gd name="connsiteX81" fmla="*/ 152844 w 5282519"/>
              <a:gd name="connsiteY81" fmla="*/ 2967037 h 6858000"/>
              <a:gd name="connsiteX82" fmla="*/ 167960 w 5282519"/>
              <a:gd name="connsiteY82" fmla="*/ 2922587 h 6858000"/>
              <a:gd name="connsiteX83" fmla="*/ 178038 w 5282519"/>
              <a:gd name="connsiteY83" fmla="*/ 2868612 h 6858000"/>
              <a:gd name="connsiteX84" fmla="*/ 188115 w 5282519"/>
              <a:gd name="connsiteY84" fmla="*/ 2809875 h 6858000"/>
              <a:gd name="connsiteX85" fmla="*/ 189795 w 5282519"/>
              <a:gd name="connsiteY85" fmla="*/ 2741612 h 6858000"/>
              <a:gd name="connsiteX86" fmla="*/ 188115 w 5282519"/>
              <a:gd name="connsiteY86" fmla="*/ 2671762 h 6858000"/>
              <a:gd name="connsiteX87" fmla="*/ 178038 w 5282519"/>
              <a:gd name="connsiteY87" fmla="*/ 2613025 h 6858000"/>
              <a:gd name="connsiteX88" fmla="*/ 167960 w 5282519"/>
              <a:gd name="connsiteY88" fmla="*/ 2560637 h 6858000"/>
              <a:gd name="connsiteX89" fmla="*/ 152844 w 5282519"/>
              <a:gd name="connsiteY89" fmla="*/ 2513012 h 6858000"/>
              <a:gd name="connsiteX90" fmla="*/ 134368 w 5282519"/>
              <a:gd name="connsiteY90" fmla="*/ 2471737 h 6858000"/>
              <a:gd name="connsiteX91" fmla="*/ 115893 w 5282519"/>
              <a:gd name="connsiteY91" fmla="*/ 2433637 h 6858000"/>
              <a:gd name="connsiteX92" fmla="*/ 95738 w 5282519"/>
              <a:gd name="connsiteY92" fmla="*/ 2395537 h 6858000"/>
              <a:gd name="connsiteX93" fmla="*/ 75583 w 5282519"/>
              <a:gd name="connsiteY93" fmla="*/ 2359025 h 6858000"/>
              <a:gd name="connsiteX94" fmla="*/ 55427 w 5282519"/>
              <a:gd name="connsiteY94" fmla="*/ 2319337 h 6858000"/>
              <a:gd name="connsiteX95" fmla="*/ 38632 w 5282519"/>
              <a:gd name="connsiteY95" fmla="*/ 2278062 h 6858000"/>
              <a:gd name="connsiteX96" fmla="*/ 23515 w 5282519"/>
              <a:gd name="connsiteY96" fmla="*/ 2232025 h 6858000"/>
              <a:gd name="connsiteX97" fmla="*/ 11758 w 5282519"/>
              <a:gd name="connsiteY97" fmla="*/ 2179637 h 6858000"/>
              <a:gd name="connsiteX98" fmla="*/ 3359 w 5282519"/>
              <a:gd name="connsiteY98" fmla="*/ 2119312 h 6858000"/>
              <a:gd name="connsiteX99" fmla="*/ 0 w 5282519"/>
              <a:gd name="connsiteY99" fmla="*/ 2051050 h 6858000"/>
              <a:gd name="connsiteX100" fmla="*/ 3359 w 5282519"/>
              <a:gd name="connsiteY100" fmla="*/ 1982787 h 6858000"/>
              <a:gd name="connsiteX101" fmla="*/ 11758 w 5282519"/>
              <a:gd name="connsiteY101" fmla="*/ 1922462 h 6858000"/>
              <a:gd name="connsiteX102" fmla="*/ 23515 w 5282519"/>
              <a:gd name="connsiteY102" fmla="*/ 1870075 h 6858000"/>
              <a:gd name="connsiteX103" fmla="*/ 38632 w 5282519"/>
              <a:gd name="connsiteY103" fmla="*/ 1824037 h 6858000"/>
              <a:gd name="connsiteX104" fmla="*/ 55427 w 5282519"/>
              <a:gd name="connsiteY104" fmla="*/ 1782762 h 6858000"/>
              <a:gd name="connsiteX105" fmla="*/ 75583 w 5282519"/>
              <a:gd name="connsiteY105" fmla="*/ 1743075 h 6858000"/>
              <a:gd name="connsiteX106" fmla="*/ 95738 w 5282519"/>
              <a:gd name="connsiteY106" fmla="*/ 1708150 h 6858000"/>
              <a:gd name="connsiteX107" fmla="*/ 115893 w 5282519"/>
              <a:gd name="connsiteY107" fmla="*/ 1671637 h 6858000"/>
              <a:gd name="connsiteX108" fmla="*/ 134368 w 5282519"/>
              <a:gd name="connsiteY108" fmla="*/ 1631950 h 6858000"/>
              <a:gd name="connsiteX109" fmla="*/ 152844 w 5282519"/>
              <a:gd name="connsiteY109" fmla="*/ 1589087 h 6858000"/>
              <a:gd name="connsiteX110" fmla="*/ 167960 w 5282519"/>
              <a:gd name="connsiteY110" fmla="*/ 1544637 h 6858000"/>
              <a:gd name="connsiteX111" fmla="*/ 178038 w 5282519"/>
              <a:gd name="connsiteY111" fmla="*/ 1492250 h 6858000"/>
              <a:gd name="connsiteX112" fmla="*/ 188115 w 5282519"/>
              <a:gd name="connsiteY112" fmla="*/ 1431925 h 6858000"/>
              <a:gd name="connsiteX113" fmla="*/ 189795 w 5282519"/>
              <a:gd name="connsiteY113" fmla="*/ 1363662 h 6858000"/>
              <a:gd name="connsiteX114" fmla="*/ 188115 w 5282519"/>
              <a:gd name="connsiteY114" fmla="*/ 1295400 h 6858000"/>
              <a:gd name="connsiteX115" fmla="*/ 178038 w 5282519"/>
              <a:gd name="connsiteY115" fmla="*/ 1235075 h 6858000"/>
              <a:gd name="connsiteX116" fmla="*/ 167960 w 5282519"/>
              <a:gd name="connsiteY116" fmla="*/ 1182687 h 6858000"/>
              <a:gd name="connsiteX117" fmla="*/ 152844 w 5282519"/>
              <a:gd name="connsiteY117" fmla="*/ 1136650 h 6858000"/>
              <a:gd name="connsiteX118" fmla="*/ 134368 w 5282519"/>
              <a:gd name="connsiteY118" fmla="*/ 1095375 h 6858000"/>
              <a:gd name="connsiteX119" fmla="*/ 115893 w 5282519"/>
              <a:gd name="connsiteY119" fmla="*/ 1055687 h 6858000"/>
              <a:gd name="connsiteX120" fmla="*/ 95738 w 5282519"/>
              <a:gd name="connsiteY120" fmla="*/ 1017587 h 6858000"/>
              <a:gd name="connsiteX121" fmla="*/ 75583 w 5282519"/>
              <a:gd name="connsiteY121" fmla="*/ 981075 h 6858000"/>
              <a:gd name="connsiteX122" fmla="*/ 55427 w 5282519"/>
              <a:gd name="connsiteY122" fmla="*/ 942975 h 6858000"/>
              <a:gd name="connsiteX123" fmla="*/ 38632 w 5282519"/>
              <a:gd name="connsiteY123" fmla="*/ 901700 h 6858000"/>
              <a:gd name="connsiteX124" fmla="*/ 23515 w 5282519"/>
              <a:gd name="connsiteY124" fmla="*/ 854075 h 6858000"/>
              <a:gd name="connsiteX125" fmla="*/ 11758 w 5282519"/>
              <a:gd name="connsiteY125" fmla="*/ 801687 h 6858000"/>
              <a:gd name="connsiteX126" fmla="*/ 3359 w 5282519"/>
              <a:gd name="connsiteY126" fmla="*/ 744537 h 6858000"/>
              <a:gd name="connsiteX127" fmla="*/ 0 w 5282519"/>
              <a:gd name="connsiteY127" fmla="*/ 673100 h 6858000"/>
              <a:gd name="connsiteX128" fmla="*/ 3359 w 5282519"/>
              <a:gd name="connsiteY128" fmla="*/ 606425 h 6858000"/>
              <a:gd name="connsiteX129" fmla="*/ 11758 w 5282519"/>
              <a:gd name="connsiteY129" fmla="*/ 546100 h 6858000"/>
              <a:gd name="connsiteX130" fmla="*/ 23515 w 5282519"/>
              <a:gd name="connsiteY130" fmla="*/ 496887 h 6858000"/>
              <a:gd name="connsiteX131" fmla="*/ 38632 w 5282519"/>
              <a:gd name="connsiteY131" fmla="*/ 450850 h 6858000"/>
              <a:gd name="connsiteX132" fmla="*/ 55427 w 5282519"/>
              <a:gd name="connsiteY132" fmla="*/ 409575 h 6858000"/>
              <a:gd name="connsiteX133" fmla="*/ 73903 w 5282519"/>
              <a:gd name="connsiteY133" fmla="*/ 369887 h 6858000"/>
              <a:gd name="connsiteX134" fmla="*/ 92379 w 5282519"/>
              <a:gd name="connsiteY134" fmla="*/ 334962 h 6858000"/>
              <a:gd name="connsiteX135" fmla="*/ 112534 w 5282519"/>
              <a:gd name="connsiteY135" fmla="*/ 296862 h 6858000"/>
              <a:gd name="connsiteX136" fmla="*/ 132689 w 5282519"/>
              <a:gd name="connsiteY136" fmla="*/ 260350 h 6858000"/>
              <a:gd name="connsiteX137" fmla="*/ 149485 w 5282519"/>
              <a:gd name="connsiteY137" fmla="*/ 217487 h 6858000"/>
              <a:gd name="connsiteX138" fmla="*/ 166281 w 5282519"/>
              <a:gd name="connsiteY138" fmla="*/ 174625 h 6858000"/>
              <a:gd name="connsiteX139" fmla="*/ 176358 w 5282519"/>
              <a:gd name="connsiteY139" fmla="*/ 122237 h 6858000"/>
              <a:gd name="connsiteX140" fmla="*/ 184756 w 5282519"/>
              <a:gd name="connsiteY140" fmla="*/ 666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5282519" h="6858000">
                <a:moveTo>
                  <a:pt x="189795" y="0"/>
                </a:moveTo>
                <a:lnTo>
                  <a:pt x="5282519" y="0"/>
                </a:lnTo>
                <a:lnTo>
                  <a:pt x="5282519" y="6858000"/>
                </a:lnTo>
                <a:lnTo>
                  <a:pt x="189795" y="6858000"/>
                </a:lnTo>
                <a:lnTo>
                  <a:pt x="184756" y="6791325"/>
                </a:lnTo>
                <a:lnTo>
                  <a:pt x="176358" y="6735762"/>
                </a:lnTo>
                <a:lnTo>
                  <a:pt x="166281" y="6683375"/>
                </a:lnTo>
                <a:lnTo>
                  <a:pt x="149485" y="6640512"/>
                </a:lnTo>
                <a:lnTo>
                  <a:pt x="132689" y="6597650"/>
                </a:lnTo>
                <a:lnTo>
                  <a:pt x="112534" y="6561137"/>
                </a:lnTo>
                <a:lnTo>
                  <a:pt x="92379" y="6523037"/>
                </a:lnTo>
                <a:lnTo>
                  <a:pt x="73903" y="6488112"/>
                </a:lnTo>
                <a:lnTo>
                  <a:pt x="55427" y="6448425"/>
                </a:lnTo>
                <a:lnTo>
                  <a:pt x="38632" y="6407150"/>
                </a:lnTo>
                <a:lnTo>
                  <a:pt x="23515" y="6361112"/>
                </a:lnTo>
                <a:lnTo>
                  <a:pt x="11758" y="6311900"/>
                </a:lnTo>
                <a:lnTo>
                  <a:pt x="3359" y="6251575"/>
                </a:lnTo>
                <a:lnTo>
                  <a:pt x="0" y="6183312"/>
                </a:lnTo>
                <a:lnTo>
                  <a:pt x="3359" y="6113462"/>
                </a:lnTo>
                <a:lnTo>
                  <a:pt x="11758" y="6056312"/>
                </a:lnTo>
                <a:lnTo>
                  <a:pt x="23515" y="6003925"/>
                </a:lnTo>
                <a:lnTo>
                  <a:pt x="38632" y="5956300"/>
                </a:lnTo>
                <a:lnTo>
                  <a:pt x="55427" y="5915025"/>
                </a:lnTo>
                <a:lnTo>
                  <a:pt x="75583" y="5876925"/>
                </a:lnTo>
                <a:lnTo>
                  <a:pt x="95738" y="5840412"/>
                </a:lnTo>
                <a:lnTo>
                  <a:pt x="115893" y="5802312"/>
                </a:lnTo>
                <a:lnTo>
                  <a:pt x="134368" y="5762625"/>
                </a:lnTo>
                <a:lnTo>
                  <a:pt x="152844" y="5721350"/>
                </a:lnTo>
                <a:lnTo>
                  <a:pt x="167960" y="5675312"/>
                </a:lnTo>
                <a:lnTo>
                  <a:pt x="178038" y="5622925"/>
                </a:lnTo>
                <a:lnTo>
                  <a:pt x="188115" y="5562600"/>
                </a:lnTo>
                <a:lnTo>
                  <a:pt x="189795" y="5494337"/>
                </a:lnTo>
                <a:lnTo>
                  <a:pt x="188115" y="5426075"/>
                </a:lnTo>
                <a:lnTo>
                  <a:pt x="178038" y="5365750"/>
                </a:lnTo>
                <a:lnTo>
                  <a:pt x="167960" y="5313362"/>
                </a:lnTo>
                <a:lnTo>
                  <a:pt x="152844" y="5268912"/>
                </a:lnTo>
                <a:lnTo>
                  <a:pt x="134368" y="5226050"/>
                </a:lnTo>
                <a:lnTo>
                  <a:pt x="115893" y="5186362"/>
                </a:lnTo>
                <a:lnTo>
                  <a:pt x="95738" y="5149850"/>
                </a:lnTo>
                <a:lnTo>
                  <a:pt x="75583" y="5114925"/>
                </a:lnTo>
                <a:lnTo>
                  <a:pt x="55427" y="5075237"/>
                </a:lnTo>
                <a:lnTo>
                  <a:pt x="38632" y="5033962"/>
                </a:lnTo>
                <a:lnTo>
                  <a:pt x="23515" y="4987925"/>
                </a:lnTo>
                <a:lnTo>
                  <a:pt x="11758" y="4935537"/>
                </a:lnTo>
                <a:lnTo>
                  <a:pt x="3359" y="4875212"/>
                </a:lnTo>
                <a:lnTo>
                  <a:pt x="0" y="4806950"/>
                </a:lnTo>
                <a:lnTo>
                  <a:pt x="3359" y="4738687"/>
                </a:lnTo>
                <a:lnTo>
                  <a:pt x="11758" y="4678362"/>
                </a:lnTo>
                <a:lnTo>
                  <a:pt x="23515" y="4625975"/>
                </a:lnTo>
                <a:lnTo>
                  <a:pt x="38632" y="4579937"/>
                </a:lnTo>
                <a:lnTo>
                  <a:pt x="55427" y="4537075"/>
                </a:lnTo>
                <a:lnTo>
                  <a:pt x="75583" y="4498975"/>
                </a:lnTo>
                <a:lnTo>
                  <a:pt x="115893" y="4424362"/>
                </a:lnTo>
                <a:lnTo>
                  <a:pt x="134368" y="4386262"/>
                </a:lnTo>
                <a:lnTo>
                  <a:pt x="152844" y="4343400"/>
                </a:lnTo>
                <a:lnTo>
                  <a:pt x="167960" y="4297362"/>
                </a:lnTo>
                <a:lnTo>
                  <a:pt x="178038" y="4244975"/>
                </a:lnTo>
                <a:lnTo>
                  <a:pt x="188115" y="4186237"/>
                </a:lnTo>
                <a:lnTo>
                  <a:pt x="189795" y="4116387"/>
                </a:lnTo>
                <a:lnTo>
                  <a:pt x="188115" y="4048125"/>
                </a:lnTo>
                <a:lnTo>
                  <a:pt x="178038" y="3987800"/>
                </a:lnTo>
                <a:lnTo>
                  <a:pt x="167960" y="3935412"/>
                </a:lnTo>
                <a:lnTo>
                  <a:pt x="152844" y="3890962"/>
                </a:lnTo>
                <a:lnTo>
                  <a:pt x="134368" y="3848100"/>
                </a:lnTo>
                <a:lnTo>
                  <a:pt x="115893" y="3811587"/>
                </a:lnTo>
                <a:lnTo>
                  <a:pt x="75583" y="3736975"/>
                </a:lnTo>
                <a:lnTo>
                  <a:pt x="55427" y="3697287"/>
                </a:lnTo>
                <a:lnTo>
                  <a:pt x="38632" y="3656012"/>
                </a:lnTo>
                <a:lnTo>
                  <a:pt x="23515" y="3609975"/>
                </a:lnTo>
                <a:lnTo>
                  <a:pt x="11758" y="3557587"/>
                </a:lnTo>
                <a:lnTo>
                  <a:pt x="3359" y="3497262"/>
                </a:lnTo>
                <a:lnTo>
                  <a:pt x="0" y="3427412"/>
                </a:lnTo>
                <a:lnTo>
                  <a:pt x="3359" y="3360737"/>
                </a:lnTo>
                <a:lnTo>
                  <a:pt x="11758" y="3300412"/>
                </a:lnTo>
                <a:lnTo>
                  <a:pt x="23515" y="3248025"/>
                </a:lnTo>
                <a:lnTo>
                  <a:pt x="38632" y="3201987"/>
                </a:lnTo>
                <a:lnTo>
                  <a:pt x="55427" y="3160712"/>
                </a:lnTo>
                <a:lnTo>
                  <a:pt x="75583" y="3121025"/>
                </a:lnTo>
                <a:lnTo>
                  <a:pt x="95738" y="3084512"/>
                </a:lnTo>
                <a:lnTo>
                  <a:pt x="115893" y="3046412"/>
                </a:lnTo>
                <a:lnTo>
                  <a:pt x="134368" y="3009900"/>
                </a:lnTo>
                <a:lnTo>
                  <a:pt x="152844" y="2967037"/>
                </a:lnTo>
                <a:lnTo>
                  <a:pt x="167960" y="2922587"/>
                </a:lnTo>
                <a:lnTo>
                  <a:pt x="178038" y="2868612"/>
                </a:lnTo>
                <a:lnTo>
                  <a:pt x="188115" y="2809875"/>
                </a:lnTo>
                <a:lnTo>
                  <a:pt x="189795" y="2741612"/>
                </a:lnTo>
                <a:lnTo>
                  <a:pt x="188115" y="2671762"/>
                </a:lnTo>
                <a:lnTo>
                  <a:pt x="178038" y="2613025"/>
                </a:lnTo>
                <a:lnTo>
                  <a:pt x="167960" y="2560637"/>
                </a:lnTo>
                <a:lnTo>
                  <a:pt x="152844" y="2513012"/>
                </a:lnTo>
                <a:lnTo>
                  <a:pt x="134368" y="2471737"/>
                </a:lnTo>
                <a:lnTo>
                  <a:pt x="115893" y="2433637"/>
                </a:lnTo>
                <a:lnTo>
                  <a:pt x="95738" y="2395537"/>
                </a:lnTo>
                <a:lnTo>
                  <a:pt x="75583" y="2359025"/>
                </a:lnTo>
                <a:lnTo>
                  <a:pt x="55427" y="2319337"/>
                </a:lnTo>
                <a:lnTo>
                  <a:pt x="38632" y="2278062"/>
                </a:lnTo>
                <a:lnTo>
                  <a:pt x="23515" y="2232025"/>
                </a:lnTo>
                <a:lnTo>
                  <a:pt x="11758" y="2179637"/>
                </a:lnTo>
                <a:lnTo>
                  <a:pt x="3359" y="2119312"/>
                </a:lnTo>
                <a:lnTo>
                  <a:pt x="0" y="2051050"/>
                </a:lnTo>
                <a:lnTo>
                  <a:pt x="3359" y="1982787"/>
                </a:lnTo>
                <a:lnTo>
                  <a:pt x="11758" y="1922462"/>
                </a:lnTo>
                <a:lnTo>
                  <a:pt x="23515" y="1870075"/>
                </a:lnTo>
                <a:lnTo>
                  <a:pt x="38632" y="1824037"/>
                </a:lnTo>
                <a:lnTo>
                  <a:pt x="55427" y="1782762"/>
                </a:lnTo>
                <a:lnTo>
                  <a:pt x="75583" y="1743075"/>
                </a:lnTo>
                <a:lnTo>
                  <a:pt x="95738" y="1708150"/>
                </a:lnTo>
                <a:lnTo>
                  <a:pt x="115893" y="1671637"/>
                </a:lnTo>
                <a:lnTo>
                  <a:pt x="134368" y="1631950"/>
                </a:lnTo>
                <a:lnTo>
                  <a:pt x="152844" y="1589087"/>
                </a:lnTo>
                <a:lnTo>
                  <a:pt x="167960" y="1544637"/>
                </a:lnTo>
                <a:lnTo>
                  <a:pt x="178038" y="1492250"/>
                </a:lnTo>
                <a:lnTo>
                  <a:pt x="188115" y="1431925"/>
                </a:lnTo>
                <a:lnTo>
                  <a:pt x="189795" y="1363662"/>
                </a:lnTo>
                <a:lnTo>
                  <a:pt x="188115" y="1295400"/>
                </a:lnTo>
                <a:lnTo>
                  <a:pt x="178038" y="1235075"/>
                </a:lnTo>
                <a:lnTo>
                  <a:pt x="167960" y="1182687"/>
                </a:lnTo>
                <a:lnTo>
                  <a:pt x="152844" y="1136650"/>
                </a:lnTo>
                <a:lnTo>
                  <a:pt x="134368" y="1095375"/>
                </a:lnTo>
                <a:lnTo>
                  <a:pt x="115893" y="1055687"/>
                </a:lnTo>
                <a:lnTo>
                  <a:pt x="95738" y="1017587"/>
                </a:lnTo>
                <a:lnTo>
                  <a:pt x="75583" y="981075"/>
                </a:lnTo>
                <a:lnTo>
                  <a:pt x="55427" y="942975"/>
                </a:lnTo>
                <a:lnTo>
                  <a:pt x="38632" y="901700"/>
                </a:lnTo>
                <a:lnTo>
                  <a:pt x="23515" y="854075"/>
                </a:lnTo>
                <a:lnTo>
                  <a:pt x="11758" y="801687"/>
                </a:lnTo>
                <a:lnTo>
                  <a:pt x="3359" y="744537"/>
                </a:lnTo>
                <a:lnTo>
                  <a:pt x="0" y="673100"/>
                </a:lnTo>
                <a:lnTo>
                  <a:pt x="3359" y="606425"/>
                </a:lnTo>
                <a:lnTo>
                  <a:pt x="11758" y="546100"/>
                </a:lnTo>
                <a:lnTo>
                  <a:pt x="23515" y="496887"/>
                </a:lnTo>
                <a:lnTo>
                  <a:pt x="38632" y="450850"/>
                </a:lnTo>
                <a:lnTo>
                  <a:pt x="55427" y="409575"/>
                </a:lnTo>
                <a:lnTo>
                  <a:pt x="73903" y="369887"/>
                </a:lnTo>
                <a:lnTo>
                  <a:pt x="92379" y="334962"/>
                </a:lnTo>
                <a:lnTo>
                  <a:pt x="112534" y="296862"/>
                </a:lnTo>
                <a:lnTo>
                  <a:pt x="132689" y="260350"/>
                </a:lnTo>
                <a:lnTo>
                  <a:pt x="149485" y="217487"/>
                </a:lnTo>
                <a:lnTo>
                  <a:pt x="166281" y="174625"/>
                </a:lnTo>
                <a:lnTo>
                  <a:pt x="176358" y="122237"/>
                </a:lnTo>
                <a:lnTo>
                  <a:pt x="184756" y="66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646A5A60-484D-435A-A8DC-28F65FB1EC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11" r="11362"/>
          <a:stretch>
            <a:fillRect/>
          </a:stretch>
        </p:blipFill>
        <p:spPr>
          <a:xfrm>
            <a:off x="6957391" y="195185"/>
            <a:ext cx="4981836" cy="6467630"/>
          </a:xfrm>
          <a:custGeom>
            <a:avLst/>
            <a:gdLst/>
            <a:ahLst/>
            <a:cxnLst/>
            <a:rect l="l" t="t" r="r" b="b"/>
            <a:pathLst>
              <a:path w="5282519" h="6858000">
                <a:moveTo>
                  <a:pt x="189795" y="0"/>
                </a:moveTo>
                <a:lnTo>
                  <a:pt x="5282519" y="0"/>
                </a:lnTo>
                <a:lnTo>
                  <a:pt x="5282519" y="6858000"/>
                </a:lnTo>
                <a:lnTo>
                  <a:pt x="189795" y="6858000"/>
                </a:lnTo>
                <a:lnTo>
                  <a:pt x="184756" y="6791325"/>
                </a:lnTo>
                <a:lnTo>
                  <a:pt x="176358" y="6735762"/>
                </a:lnTo>
                <a:lnTo>
                  <a:pt x="166281" y="6683375"/>
                </a:lnTo>
                <a:lnTo>
                  <a:pt x="149485" y="6640512"/>
                </a:lnTo>
                <a:lnTo>
                  <a:pt x="132689" y="6597650"/>
                </a:lnTo>
                <a:lnTo>
                  <a:pt x="112534" y="6561137"/>
                </a:lnTo>
                <a:lnTo>
                  <a:pt x="92379" y="6523037"/>
                </a:lnTo>
                <a:lnTo>
                  <a:pt x="73903" y="6488112"/>
                </a:lnTo>
                <a:lnTo>
                  <a:pt x="55427" y="6448425"/>
                </a:lnTo>
                <a:lnTo>
                  <a:pt x="38632" y="6407150"/>
                </a:lnTo>
                <a:lnTo>
                  <a:pt x="23515" y="6361112"/>
                </a:lnTo>
                <a:lnTo>
                  <a:pt x="11758" y="6311900"/>
                </a:lnTo>
                <a:lnTo>
                  <a:pt x="3359" y="6251575"/>
                </a:lnTo>
                <a:lnTo>
                  <a:pt x="0" y="6183312"/>
                </a:lnTo>
                <a:lnTo>
                  <a:pt x="3359" y="6113462"/>
                </a:lnTo>
                <a:lnTo>
                  <a:pt x="11758" y="6056312"/>
                </a:lnTo>
                <a:lnTo>
                  <a:pt x="23515" y="6003925"/>
                </a:lnTo>
                <a:lnTo>
                  <a:pt x="38632" y="5956300"/>
                </a:lnTo>
                <a:lnTo>
                  <a:pt x="55427" y="5915025"/>
                </a:lnTo>
                <a:lnTo>
                  <a:pt x="75583" y="5876925"/>
                </a:lnTo>
                <a:lnTo>
                  <a:pt x="95738" y="5840412"/>
                </a:lnTo>
                <a:lnTo>
                  <a:pt x="115893" y="5802312"/>
                </a:lnTo>
                <a:lnTo>
                  <a:pt x="134368" y="5762625"/>
                </a:lnTo>
                <a:lnTo>
                  <a:pt x="152844" y="5721350"/>
                </a:lnTo>
                <a:lnTo>
                  <a:pt x="167960" y="5675312"/>
                </a:lnTo>
                <a:lnTo>
                  <a:pt x="178038" y="5622925"/>
                </a:lnTo>
                <a:lnTo>
                  <a:pt x="188115" y="5562600"/>
                </a:lnTo>
                <a:lnTo>
                  <a:pt x="189795" y="5494337"/>
                </a:lnTo>
                <a:lnTo>
                  <a:pt x="188115" y="5426075"/>
                </a:lnTo>
                <a:lnTo>
                  <a:pt x="178038" y="5365750"/>
                </a:lnTo>
                <a:lnTo>
                  <a:pt x="167960" y="5313362"/>
                </a:lnTo>
                <a:lnTo>
                  <a:pt x="152844" y="5268912"/>
                </a:lnTo>
                <a:lnTo>
                  <a:pt x="134368" y="5226050"/>
                </a:lnTo>
                <a:lnTo>
                  <a:pt x="115893" y="5186362"/>
                </a:lnTo>
                <a:lnTo>
                  <a:pt x="95738" y="5149850"/>
                </a:lnTo>
                <a:lnTo>
                  <a:pt x="75583" y="5114925"/>
                </a:lnTo>
                <a:lnTo>
                  <a:pt x="55427" y="5075237"/>
                </a:lnTo>
                <a:lnTo>
                  <a:pt x="38632" y="5033962"/>
                </a:lnTo>
                <a:lnTo>
                  <a:pt x="23515" y="4987925"/>
                </a:lnTo>
                <a:lnTo>
                  <a:pt x="11758" y="4935537"/>
                </a:lnTo>
                <a:lnTo>
                  <a:pt x="3359" y="4875212"/>
                </a:lnTo>
                <a:lnTo>
                  <a:pt x="0" y="4806950"/>
                </a:lnTo>
                <a:lnTo>
                  <a:pt x="3359" y="4738687"/>
                </a:lnTo>
                <a:lnTo>
                  <a:pt x="11758" y="4678362"/>
                </a:lnTo>
                <a:lnTo>
                  <a:pt x="23515" y="4625975"/>
                </a:lnTo>
                <a:lnTo>
                  <a:pt x="38632" y="4579937"/>
                </a:lnTo>
                <a:lnTo>
                  <a:pt x="55427" y="4537075"/>
                </a:lnTo>
                <a:lnTo>
                  <a:pt x="75583" y="4498975"/>
                </a:lnTo>
                <a:lnTo>
                  <a:pt x="115893" y="4424362"/>
                </a:lnTo>
                <a:lnTo>
                  <a:pt x="134368" y="4386262"/>
                </a:lnTo>
                <a:lnTo>
                  <a:pt x="152844" y="4343400"/>
                </a:lnTo>
                <a:lnTo>
                  <a:pt x="167960" y="4297362"/>
                </a:lnTo>
                <a:lnTo>
                  <a:pt x="178038" y="4244975"/>
                </a:lnTo>
                <a:lnTo>
                  <a:pt x="188115" y="4186237"/>
                </a:lnTo>
                <a:lnTo>
                  <a:pt x="189795" y="4116387"/>
                </a:lnTo>
                <a:lnTo>
                  <a:pt x="188115" y="4048125"/>
                </a:lnTo>
                <a:lnTo>
                  <a:pt x="178038" y="3987800"/>
                </a:lnTo>
                <a:lnTo>
                  <a:pt x="167960" y="3935412"/>
                </a:lnTo>
                <a:lnTo>
                  <a:pt x="152844" y="3890962"/>
                </a:lnTo>
                <a:lnTo>
                  <a:pt x="134368" y="3848100"/>
                </a:lnTo>
                <a:lnTo>
                  <a:pt x="115893" y="3811587"/>
                </a:lnTo>
                <a:lnTo>
                  <a:pt x="75583" y="3736975"/>
                </a:lnTo>
                <a:lnTo>
                  <a:pt x="55427" y="3697287"/>
                </a:lnTo>
                <a:lnTo>
                  <a:pt x="38632" y="3656012"/>
                </a:lnTo>
                <a:lnTo>
                  <a:pt x="23515" y="3609975"/>
                </a:lnTo>
                <a:lnTo>
                  <a:pt x="11758" y="3557587"/>
                </a:lnTo>
                <a:lnTo>
                  <a:pt x="3359" y="3497262"/>
                </a:lnTo>
                <a:lnTo>
                  <a:pt x="0" y="3427412"/>
                </a:lnTo>
                <a:lnTo>
                  <a:pt x="3359" y="3360737"/>
                </a:lnTo>
                <a:lnTo>
                  <a:pt x="11758" y="3300412"/>
                </a:lnTo>
                <a:lnTo>
                  <a:pt x="23515" y="3248025"/>
                </a:lnTo>
                <a:lnTo>
                  <a:pt x="38632" y="3201987"/>
                </a:lnTo>
                <a:lnTo>
                  <a:pt x="55427" y="3160712"/>
                </a:lnTo>
                <a:lnTo>
                  <a:pt x="75583" y="3121025"/>
                </a:lnTo>
                <a:lnTo>
                  <a:pt x="95738" y="3084512"/>
                </a:lnTo>
                <a:lnTo>
                  <a:pt x="115893" y="3046412"/>
                </a:lnTo>
                <a:lnTo>
                  <a:pt x="134368" y="3009900"/>
                </a:lnTo>
                <a:lnTo>
                  <a:pt x="152844" y="2967037"/>
                </a:lnTo>
                <a:lnTo>
                  <a:pt x="167960" y="2922587"/>
                </a:lnTo>
                <a:lnTo>
                  <a:pt x="178038" y="2868612"/>
                </a:lnTo>
                <a:lnTo>
                  <a:pt x="188115" y="2809875"/>
                </a:lnTo>
                <a:lnTo>
                  <a:pt x="189795" y="2741612"/>
                </a:lnTo>
                <a:lnTo>
                  <a:pt x="188115" y="2671762"/>
                </a:lnTo>
                <a:lnTo>
                  <a:pt x="178038" y="2613025"/>
                </a:lnTo>
                <a:lnTo>
                  <a:pt x="167960" y="2560637"/>
                </a:lnTo>
                <a:lnTo>
                  <a:pt x="152844" y="2513012"/>
                </a:lnTo>
                <a:lnTo>
                  <a:pt x="134368" y="2471737"/>
                </a:lnTo>
                <a:lnTo>
                  <a:pt x="115893" y="2433637"/>
                </a:lnTo>
                <a:lnTo>
                  <a:pt x="95738" y="2395537"/>
                </a:lnTo>
                <a:lnTo>
                  <a:pt x="75583" y="2359025"/>
                </a:lnTo>
                <a:lnTo>
                  <a:pt x="55427" y="2319337"/>
                </a:lnTo>
                <a:lnTo>
                  <a:pt x="38632" y="2278062"/>
                </a:lnTo>
                <a:lnTo>
                  <a:pt x="23515" y="2232025"/>
                </a:lnTo>
                <a:lnTo>
                  <a:pt x="11758" y="2179637"/>
                </a:lnTo>
                <a:lnTo>
                  <a:pt x="3359" y="2119312"/>
                </a:lnTo>
                <a:lnTo>
                  <a:pt x="0" y="2051050"/>
                </a:lnTo>
                <a:lnTo>
                  <a:pt x="3359" y="1982787"/>
                </a:lnTo>
                <a:lnTo>
                  <a:pt x="11758" y="1922462"/>
                </a:lnTo>
                <a:lnTo>
                  <a:pt x="23515" y="1870075"/>
                </a:lnTo>
                <a:lnTo>
                  <a:pt x="38632" y="1824037"/>
                </a:lnTo>
                <a:lnTo>
                  <a:pt x="55427" y="1782762"/>
                </a:lnTo>
                <a:lnTo>
                  <a:pt x="75583" y="1743075"/>
                </a:lnTo>
                <a:lnTo>
                  <a:pt x="95738" y="1708150"/>
                </a:lnTo>
                <a:lnTo>
                  <a:pt x="115893" y="1671637"/>
                </a:lnTo>
                <a:lnTo>
                  <a:pt x="134368" y="1631950"/>
                </a:lnTo>
                <a:lnTo>
                  <a:pt x="152844" y="1589087"/>
                </a:lnTo>
                <a:lnTo>
                  <a:pt x="167960" y="1544637"/>
                </a:lnTo>
                <a:lnTo>
                  <a:pt x="178038" y="1492250"/>
                </a:lnTo>
                <a:lnTo>
                  <a:pt x="188115" y="1431925"/>
                </a:lnTo>
                <a:lnTo>
                  <a:pt x="189795" y="1363662"/>
                </a:lnTo>
                <a:lnTo>
                  <a:pt x="188115" y="1295400"/>
                </a:lnTo>
                <a:lnTo>
                  <a:pt x="178038" y="1235075"/>
                </a:lnTo>
                <a:lnTo>
                  <a:pt x="167960" y="1182687"/>
                </a:lnTo>
                <a:lnTo>
                  <a:pt x="152844" y="1136650"/>
                </a:lnTo>
                <a:lnTo>
                  <a:pt x="134368" y="1095375"/>
                </a:lnTo>
                <a:lnTo>
                  <a:pt x="115893" y="1055687"/>
                </a:lnTo>
                <a:lnTo>
                  <a:pt x="95738" y="1017587"/>
                </a:lnTo>
                <a:lnTo>
                  <a:pt x="75583" y="981075"/>
                </a:lnTo>
                <a:lnTo>
                  <a:pt x="55427" y="942975"/>
                </a:lnTo>
                <a:lnTo>
                  <a:pt x="38632" y="901700"/>
                </a:lnTo>
                <a:lnTo>
                  <a:pt x="23515" y="854075"/>
                </a:lnTo>
                <a:lnTo>
                  <a:pt x="11758" y="801687"/>
                </a:lnTo>
                <a:lnTo>
                  <a:pt x="3359" y="744537"/>
                </a:lnTo>
                <a:lnTo>
                  <a:pt x="0" y="673100"/>
                </a:lnTo>
                <a:lnTo>
                  <a:pt x="3359" y="606425"/>
                </a:lnTo>
                <a:lnTo>
                  <a:pt x="11758" y="546100"/>
                </a:lnTo>
                <a:lnTo>
                  <a:pt x="23515" y="496887"/>
                </a:lnTo>
                <a:lnTo>
                  <a:pt x="38632" y="450850"/>
                </a:lnTo>
                <a:lnTo>
                  <a:pt x="55427" y="409575"/>
                </a:lnTo>
                <a:lnTo>
                  <a:pt x="73903" y="369887"/>
                </a:lnTo>
                <a:lnTo>
                  <a:pt x="92379" y="334962"/>
                </a:lnTo>
                <a:lnTo>
                  <a:pt x="112534" y="296862"/>
                </a:lnTo>
                <a:lnTo>
                  <a:pt x="132689" y="260350"/>
                </a:lnTo>
                <a:lnTo>
                  <a:pt x="149485" y="217487"/>
                </a:lnTo>
                <a:lnTo>
                  <a:pt x="166281" y="174625"/>
                </a:lnTo>
                <a:lnTo>
                  <a:pt x="176358" y="122237"/>
                </a:lnTo>
                <a:lnTo>
                  <a:pt x="184756" y="6667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1221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theme/theme1.xml><?xml version="1.0" encoding="utf-8"?>
<a:theme xmlns:a="http://schemas.openxmlformats.org/drawingml/2006/main" name="Distintivo">
  <a:themeElements>
    <a:clrScheme name="Personalizado 33">
      <a:dk1>
        <a:srgbClr val="FF0000"/>
      </a:dk1>
      <a:lt1>
        <a:sysClr val="window" lastClr="FFFFFF"/>
      </a:lt1>
      <a:dk2>
        <a:srgbClr val="FF0000"/>
      </a:dk2>
      <a:lt2>
        <a:srgbClr val="F3F3F2"/>
      </a:lt2>
      <a:accent1>
        <a:srgbClr val="065BE4"/>
      </a:accent1>
      <a:accent2>
        <a:srgbClr val="FF0701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3B9E78-595F-41AA-B8FF-1657B24A64F3}">
  <ds:schemaRefs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71af3243-3dd4-4a8d-8c0d-dd76da1f02a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AED409D-D761-44D8-8125-D888C04D1B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64FCEF-5D02-4451-89DD-C5055544A8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 Distintivo para Cuidados Infantis</Template>
  <TotalTime>127</TotalTime>
  <Words>164</Words>
  <Application>Microsoft Office PowerPoint</Application>
  <PresentationFormat>Ecrã Panorâmico</PresentationFormat>
  <Paragraphs>37</Paragraphs>
  <Slides>6</Slides>
  <Notes>5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Gill Sans MT</vt:lpstr>
      <vt:lpstr>Impact</vt:lpstr>
      <vt:lpstr>Distintivo</vt:lpstr>
      <vt:lpstr>BARBER</vt:lpstr>
      <vt:lpstr>Choose a Job</vt:lpstr>
      <vt:lpstr>Where He Works</vt:lpstr>
      <vt:lpstr>What He Does</vt:lpstr>
      <vt:lpstr>Positive and Negative Points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Lopes</dc:creator>
  <cp:lastModifiedBy>Sofia Lopes</cp:lastModifiedBy>
  <cp:revision>9</cp:revision>
  <dcterms:created xsi:type="dcterms:W3CDTF">2026-07-27T20:50:37Z</dcterms:created>
  <dcterms:modified xsi:type="dcterms:W3CDTF">2026-07-29T12:55:24Z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