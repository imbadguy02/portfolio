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83" r:id="rId5"/>
    <p:sldId id="298" r:id="rId6"/>
    <p:sldId id="285" r:id="rId7"/>
    <p:sldId id="294" r:id="rId8"/>
    <p:sldId id="296" r:id="rId9"/>
    <p:sldId id="293" r:id="rId10"/>
    <p:sldId id="292" r:id="rId11"/>
    <p:sldId id="291" r:id="rId12"/>
    <p:sldId id="289" r:id="rId13"/>
    <p:sldId id="288" r:id="rId14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12B"/>
    <a:srgbClr val="403A2F"/>
    <a:srgbClr val="474134"/>
    <a:srgbClr val="554D3D"/>
    <a:srgbClr val="595515"/>
    <a:srgbClr val="5A532C"/>
    <a:srgbClr val="5B542C"/>
    <a:srgbClr val="59522B"/>
    <a:srgbClr val="5D562D"/>
    <a:srgbClr val="655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Destaqu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81" autoAdjust="0"/>
  </p:normalViewPr>
  <p:slideViewPr>
    <p:cSldViewPr snapToGrid="0" showGuides="1">
      <p:cViewPr varScale="1">
        <p:scale>
          <a:sx n="64" d="100"/>
          <a:sy n="64" d="100"/>
        </p:scale>
        <p:origin x="785" y="6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78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53FCFC70-A59A-436E-B5FF-ACFE56745B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US" sz="1200"/>
            </a:lvl1pPr>
          </a:lstStyle>
          <a:p>
            <a:pPr rtl="0"/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F64115D-CE3E-4E24-8B01-89E99FA55C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US" sz="1200"/>
            </a:lvl1pPr>
          </a:lstStyle>
          <a:p>
            <a:pPr rtl="0"/>
            <a:fld id="{65F3A92F-6D0B-494E-83C6-9404834681EE}" type="datetime1">
              <a:rPr lang="pt-PT" smtClean="0"/>
              <a:t>14/10/2026</a:t>
            </a:fld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B8008DC-4974-4910-8C2F-F08C99A577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US" sz="1200"/>
            </a:lvl1pPr>
          </a:lstStyle>
          <a:p>
            <a:pPr rtl="0"/>
            <a:r>
              <a:rPr lang="pt-PT"/>
              <a:t>UFCD 0763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BD3AA9C-7324-4A0F-BA80-C41F39C6FD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1200"/>
            </a:lvl1pPr>
          </a:lstStyle>
          <a:p>
            <a:pPr rtl="0"/>
            <a:fld id="{3D94777C-A8D2-4F46-A66E-A1890EBDE03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741606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US" sz="1200"/>
            </a:lvl1pPr>
          </a:lstStyle>
          <a:p>
            <a:pPr rtl="0"/>
            <a:endParaRPr lang="pt-PT" noProof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US" sz="1200"/>
            </a:lvl1pPr>
          </a:lstStyle>
          <a:p>
            <a:fld id="{1D0290C1-46B4-4341-A75D-FF1B0846889F}" type="datetime1">
              <a:rPr lang="pt-PT" smtClean="0"/>
              <a:t>14/10/2026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</a:lstStyle>
          <a:p>
            <a:pPr rtl="0"/>
            <a:endParaRPr lang="pt-PT" noProof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n-US"/>
            </a:def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US" sz="1200"/>
            </a:lvl1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1200"/>
            </a:lvl1pPr>
          </a:lstStyle>
          <a:p>
            <a:pPr rtl="0"/>
            <a:fld id="{E22815FE-BC4D-474E-9AA3-6983BC3D8777}" type="slidenum">
              <a:rPr lang="pt-PT" noProof="0" smtClean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36135596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47054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O router é um dos equipamentos de rede mais importantes atualmente. É ele que permite que vários dispositivos, como computadores e telemóveis, consigam aceder à internet ao mesmo tempo.</a:t>
            </a:r>
          </a:p>
        </p:txBody>
      </p:sp>
    </p:spTree>
    <p:extLst>
      <p:ext uri="{BB962C8B-B14F-4D97-AF65-F5344CB8AC3E}">
        <p14:creationId xmlns:p14="http://schemas.microsoft.com/office/powerpoint/2010/main" val="2778680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As características podem variar conforme a marca e o modelo. Atualmente, muitos routers já incluem segurança, controlo parental e Wi-Fi de alta velocidade.</a:t>
            </a:r>
          </a:p>
        </p:txBody>
      </p:sp>
    </p:spTree>
    <p:extLst>
      <p:ext uri="{BB962C8B-B14F-4D97-AF65-F5344CB8AC3E}">
        <p14:creationId xmlns:p14="http://schemas.microsoft.com/office/powerpoint/2010/main" val="3821327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O router identifica para onde cada informação deve ser enviada. Por exemplo, quando vemos um vídeo no telemóvel, o router recebe os dados da internet e envia-os para o dispositivo certo.</a:t>
            </a:r>
          </a:p>
        </p:txBody>
      </p:sp>
    </p:spTree>
    <p:extLst>
      <p:ext uri="{BB962C8B-B14F-4D97-AF65-F5344CB8AC3E}">
        <p14:creationId xmlns:p14="http://schemas.microsoft.com/office/powerpoint/2010/main" val="2532046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Existem vários tipos de routers dependendo da utilização. Em casa usa-se normalmente um router doméstico, enquanto empresas utilizam modelos mais avançados.</a:t>
            </a:r>
          </a:p>
        </p:txBody>
      </p:sp>
    </p:spTree>
    <p:extLst>
      <p:ext uri="{BB962C8B-B14F-4D97-AF65-F5344CB8AC3E}">
        <p14:creationId xmlns:p14="http://schemas.microsoft.com/office/powerpoint/2010/main" val="2018263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A Cisco é muito utilizada em empresas e redes profissionais. Já marcas como TP-Link e ASUS são muito comuns em utilização doméstica.</a:t>
            </a:r>
          </a:p>
        </p:txBody>
      </p:sp>
    </p:spTree>
    <p:extLst>
      <p:ext uri="{BB962C8B-B14F-4D97-AF65-F5344CB8AC3E}">
        <p14:creationId xmlns:p14="http://schemas.microsoft.com/office/powerpoint/2010/main" val="14770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Hoje em dia uma casa pode ter muitos dispositivos ligados ao mesmo tempo. O router permite gerir todas essas ligações de forma automática.</a:t>
            </a:r>
          </a:p>
        </p:txBody>
      </p:sp>
    </p:spTree>
    <p:extLst>
      <p:ext uri="{BB962C8B-B14F-4D97-AF65-F5344CB8AC3E}">
        <p14:creationId xmlns:p14="http://schemas.microsoft.com/office/powerpoint/2010/main" val="2779148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 qualidade do router influencia bastante a velocidade e estabilidade da internet.</a:t>
            </a:r>
          </a:p>
        </p:txBody>
      </p:sp>
    </p:spTree>
    <p:extLst>
      <p:ext uri="{BB962C8B-B14F-4D97-AF65-F5344CB8AC3E}">
        <p14:creationId xmlns:p14="http://schemas.microsoft.com/office/powerpoint/2010/main" val="3666113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9519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4533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o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Posição da Imagem 19">
            <a:extLst>
              <a:ext uri="{FF2B5EF4-FFF2-40B4-BE49-F238E27FC236}">
                <a16:creationId xmlns:a16="http://schemas.microsoft.com/office/drawing/2014/main" id="{0177DF1D-D731-86FC-22F9-00221AD8C2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9143" y="440217"/>
            <a:ext cx="9613711" cy="2327086"/>
          </a:xfrm>
          <a:ln w="15875">
            <a:solidFill>
              <a:schemeClr val="accent1"/>
            </a:solidFill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A4FE67-D925-EFE3-2BA5-C28DA7C030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3236976"/>
            <a:ext cx="6867144" cy="2386584"/>
          </a:xfrm>
        </p:spPr>
        <p:txBody>
          <a:bodyPr rtlCol="0" anchor="b">
            <a:noAutofit/>
          </a:bodyPr>
          <a:lstStyle>
            <a:lvl1pPr algn="l">
              <a:defRPr lang="en-US" sz="6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D58524-513B-3FD2-4ED0-CB0CA3A3DF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27648" y="5971032"/>
            <a:ext cx="3776472" cy="53035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000">
                <a:solidFill>
                  <a:schemeClr val="accent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lang="en-US" sz="2000"/>
            </a:lvl2pPr>
            <a:lvl3pPr marL="914400" indent="0" algn="ctr">
              <a:buNone/>
              <a:defRPr lang="en-US" sz="1800"/>
            </a:lvl3pPr>
            <a:lvl4pPr marL="1371600" indent="0" algn="ctr">
              <a:buNone/>
              <a:defRPr lang="en-US" sz="1600"/>
            </a:lvl4pPr>
            <a:lvl5pPr marL="1828800" indent="0" algn="ctr">
              <a:buNone/>
              <a:defRPr lang="en-US" sz="1600"/>
            </a:lvl5pPr>
            <a:lvl6pPr marL="2286000" indent="0" algn="ctr">
              <a:buNone/>
              <a:defRPr lang="en-US" sz="1600"/>
            </a:lvl6pPr>
            <a:lvl7pPr marL="2743200" indent="0" algn="ctr">
              <a:buNone/>
              <a:defRPr lang="en-US" sz="1600"/>
            </a:lvl7pPr>
            <a:lvl8pPr marL="3200400" indent="0" algn="ctr">
              <a:buNone/>
              <a:defRPr lang="en-US" sz="1600"/>
            </a:lvl8pPr>
            <a:lvl9pPr marL="3657600" indent="0" algn="ctr">
              <a:buNone/>
              <a:defRPr lang="en-US" sz="1600"/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AAA2A54F-058C-EF24-C892-91614AF2D7E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1A313A15-57C2-5BD9-DE2B-442792010C5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09D750DB-651A-3C95-E822-712897C2D5A4}"/>
              </a:ext>
            </a:extLst>
          </p:cNvPr>
          <p:cNvCxnSpPr>
            <a:cxnSpLocks/>
          </p:cNvCxnSpPr>
          <p:nvPr userDrawn="1"/>
        </p:nvCxnSpPr>
        <p:spPr>
          <a:xfrm>
            <a:off x="398366" y="3226467"/>
            <a:ext cx="11395267" cy="443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6136281F-EE75-A92A-B85E-00B02B5C0B67}"/>
              </a:ext>
            </a:extLst>
          </p:cNvPr>
          <p:cNvCxnSpPr>
            <a:cxnSpLocks/>
          </p:cNvCxnSpPr>
          <p:nvPr userDrawn="1"/>
        </p:nvCxnSpPr>
        <p:spPr>
          <a:xfrm>
            <a:off x="-11430" y="6165891"/>
            <a:ext cx="6339792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F5B98AA9-64E2-C5F9-3E90-D02F312EDC52}"/>
              </a:ext>
            </a:extLst>
          </p:cNvPr>
          <p:cNvCxnSpPr>
            <a:cxnSpLocks/>
          </p:cNvCxnSpPr>
          <p:nvPr userDrawn="1"/>
        </p:nvCxnSpPr>
        <p:spPr>
          <a:xfrm>
            <a:off x="10103564" y="6165891"/>
            <a:ext cx="208843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44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544" y="0"/>
            <a:ext cx="4370832" cy="2194560"/>
          </a:xfrm>
        </p:spPr>
        <p:txBody>
          <a:bodyPr rtlCol="0"/>
          <a:lstStyle>
            <a:lvl1pPr algn="l">
              <a:defRPr lang="en-US" sz="7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13" name="Marcador de Posição da Imagem 12">
            <a:extLst>
              <a:ext uri="{FF2B5EF4-FFF2-40B4-BE49-F238E27FC236}">
                <a16:creationId xmlns:a16="http://schemas.microsoft.com/office/drawing/2014/main" id="{54A61420-31F3-2DF5-A319-19A889635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810"/>
            <a:ext cx="4856184" cy="6850379"/>
          </a:xfrm>
          <a:ln w="15875">
            <a:solidFill>
              <a:schemeClr val="tx1"/>
            </a:solidFill>
          </a:ln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noProof="0"/>
              <a:t>Clique no ícone para adicionar uma imagem</a:t>
            </a:r>
            <a:endParaRPr lang="pt-PT" noProof="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56185" y="2212849"/>
            <a:ext cx="7335814" cy="4645152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1635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ção da Imagem 7">
            <a:extLst>
              <a:ext uri="{FF2B5EF4-FFF2-40B4-BE49-F238E27FC236}">
                <a16:creationId xmlns:a16="http://schemas.microsoft.com/office/drawing/2014/main" id="{F32D5F1B-4B4F-5C42-0EFC-AE54D2C4EC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2">
              <a:lumMod val="40000"/>
              <a:lumOff val="60000"/>
            </a:schemeClr>
          </a:solidFill>
        </p:spPr>
        <p:txBody>
          <a:bodyPr rtlCol="0"/>
          <a:lstStyle>
            <a:lvl1pPr marL="0" indent="0">
              <a:buNone/>
              <a:defRPr lang="en-US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63A1AE-C2A2-3984-EE25-E51E8DD651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188720"/>
            <a:ext cx="9171432" cy="4480560"/>
          </a:xfrm>
          <a:ln w="15875">
            <a:solidFill>
              <a:schemeClr val="accent1"/>
            </a:solidFill>
          </a:ln>
        </p:spPr>
        <p:txBody>
          <a:bodyPr lIns="365760" bIns="640080" rtlCol="0" anchor="ctr"/>
          <a:lstStyle>
            <a:lvl1pPr>
              <a:defRPr lang="en-US" sz="72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27A141F-6D41-3734-9073-FB0B24ECBB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65976" y="5102352"/>
            <a:ext cx="2889504" cy="365760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>
                <a:solidFill>
                  <a:schemeClr val="accent1"/>
                </a:solidFill>
              </a:defRPr>
            </a:lvl1pPr>
            <a:lvl2pPr marL="457200" indent="0">
              <a:buNone/>
              <a:defRPr lang="en-U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n-U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94137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com imagem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Posição da Imagem 19">
            <a:extLst>
              <a:ext uri="{FF2B5EF4-FFF2-40B4-BE49-F238E27FC236}">
                <a16:creationId xmlns:a16="http://schemas.microsoft.com/office/drawing/2014/main" id="{B66CC86A-5147-8A3A-D69B-E3F6DBACAE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36301" y="928122"/>
            <a:ext cx="3251199" cy="5001754"/>
          </a:xfrm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0" y="1225296"/>
            <a:ext cx="4718304" cy="1645920"/>
          </a:xfrm>
        </p:spPr>
        <p:txBody>
          <a:bodyPr rtlCol="0"/>
          <a:lstStyle>
            <a:lvl1pPr>
              <a:defRPr lang="en-US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0" y="2898648"/>
            <a:ext cx="4370832" cy="2029968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lang="en-US"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lang="en-US"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lang="en-US"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lang="en-US"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lang="en-US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84D792B7-0397-C047-AE12-1A03F7E3DC83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43C5F109-690B-473E-9E48-BF590A7E65A6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011CC225-384C-A7E8-AFBF-89D35684100D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959E07A8-FF17-EE00-CEAE-9071F30D748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D352F90E-8B45-B50A-6BB9-250D96DE376E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D3915D5E-49E8-33A0-1B5E-9B7880A4BC6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CE56D179-21F4-E208-F1F2-385E53DC3F0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95159"/>
            <a:ext cx="0" cy="6044326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4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39112" y="54864"/>
            <a:ext cx="8165592" cy="969264"/>
          </a:xfrm>
        </p:spPr>
        <p:txBody>
          <a:bodyPr rtlCol="0"/>
          <a:lstStyle>
            <a:lvl1pPr algn="ctr">
              <a:defRPr lang="en-US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87552" y="1444752"/>
            <a:ext cx="10287000" cy="4562856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84D792B7-0397-C047-AE12-1A03F7E3DC83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AB10E7E-FBCA-422A-8DA0-36C1B02087FB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61B47E35-6C3A-C32C-9037-4D421B7FAE1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B8DBFA4F-F38F-EF0F-7457-5210BB03F444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568DEE4A-F4AB-FB9A-FDD7-3AFBB5A2740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EC921DE1-D458-FC03-01B4-9ECBDF8B6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a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466344"/>
            <a:ext cx="3236976" cy="996696"/>
          </a:xfr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19" name="Marcador de Posição do Texto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0936" y="1618488"/>
            <a:ext cx="1819656" cy="466344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1" name="Marcador de Posição do Texto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584448" y="1618488"/>
            <a:ext cx="1819656" cy="466344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2" name="Marcador de Posição do Texto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3096" y="1618488"/>
            <a:ext cx="1819656" cy="466344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0" name="Marcador de Posição do Texto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528048" y="1618488"/>
            <a:ext cx="1819656" cy="466344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4" name="Marcador de Posição do Texto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30936" y="2414016"/>
            <a:ext cx="2167128" cy="310896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6" name="Marcador de Posição do Texto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584448" y="2414016"/>
            <a:ext cx="2167128" cy="310896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7" name="Marcador de Posição do Texto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3096" y="2414016"/>
            <a:ext cx="2167128" cy="310896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5" name="Marcador de Posição do Texto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8048" y="2414016"/>
            <a:ext cx="2167128" cy="310896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2" name="Marcador de Posição da Imagem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0664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33" name="Marcador de Posição da Imagem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685032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34" name="Marcador de Posição da Imagem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601968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36" name="Marcador de Posição da Imagem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546336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cxnSp>
        <p:nvCxnSpPr>
          <p:cNvPr id="17" name="Conexão Reta 16">
            <a:extLst>
              <a:ext uri="{FF2B5EF4-FFF2-40B4-BE49-F238E27FC236}">
                <a16:creationId xmlns:a16="http://schemas.microsoft.com/office/drawing/2014/main" id="{0E26C148-CFEE-21C0-96F3-EBC299FD2285}"/>
              </a:ext>
            </a:extLst>
          </p:cNvPr>
          <p:cNvCxnSpPr>
            <a:cxnSpLocks/>
          </p:cNvCxnSpPr>
          <p:nvPr userDrawn="1"/>
        </p:nvCxnSpPr>
        <p:spPr>
          <a:xfrm>
            <a:off x="6585357" y="2355475"/>
            <a:ext cx="192520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xão Reta 29">
            <a:extLst>
              <a:ext uri="{FF2B5EF4-FFF2-40B4-BE49-F238E27FC236}">
                <a16:creationId xmlns:a16="http://schemas.microsoft.com/office/drawing/2014/main" id="{65BFA673-0676-EDA2-B7AA-6FA05B486C17}"/>
              </a:ext>
            </a:extLst>
          </p:cNvPr>
          <p:cNvCxnSpPr>
            <a:cxnSpLocks/>
          </p:cNvCxnSpPr>
          <p:nvPr userDrawn="1"/>
        </p:nvCxnSpPr>
        <p:spPr>
          <a:xfrm>
            <a:off x="9628632" y="2361693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xão Reta 36">
            <a:extLst>
              <a:ext uri="{FF2B5EF4-FFF2-40B4-BE49-F238E27FC236}">
                <a16:creationId xmlns:a16="http://schemas.microsoft.com/office/drawing/2014/main" id="{75B0A4BB-506D-F90C-BF18-B86999FDC27A}"/>
              </a:ext>
            </a:extLst>
          </p:cNvPr>
          <p:cNvCxnSpPr>
            <a:cxnSpLocks/>
          </p:cNvCxnSpPr>
          <p:nvPr userDrawn="1"/>
        </p:nvCxnSpPr>
        <p:spPr>
          <a:xfrm>
            <a:off x="729735" y="235472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xão Reta 38">
            <a:extLst>
              <a:ext uri="{FF2B5EF4-FFF2-40B4-BE49-F238E27FC236}">
                <a16:creationId xmlns:a16="http://schemas.microsoft.com/office/drawing/2014/main" id="{1E4F1002-8ECA-FF8D-84D1-D74BB9C00127}"/>
              </a:ext>
            </a:extLst>
          </p:cNvPr>
          <p:cNvCxnSpPr>
            <a:cxnSpLocks/>
          </p:cNvCxnSpPr>
          <p:nvPr userDrawn="1"/>
        </p:nvCxnSpPr>
        <p:spPr>
          <a:xfrm>
            <a:off x="3672459" y="234911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84D792B7-0397-C047-AE12-1A03F7E3DC83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13D316E9-ADB1-42D2-8AE8-9539C373D4A6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C60493A2-A97C-AF3D-B912-358EF45F61BD}"/>
              </a:ext>
            </a:extLst>
          </p:cNvPr>
          <p:cNvCxnSpPr>
            <a:cxnSpLocks/>
          </p:cNvCxnSpPr>
          <p:nvPr userDrawn="1"/>
        </p:nvCxnSpPr>
        <p:spPr>
          <a:xfrm>
            <a:off x="5154184" y="929468"/>
            <a:ext cx="704088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xão Reta 12">
            <a:extLst>
              <a:ext uri="{FF2B5EF4-FFF2-40B4-BE49-F238E27FC236}">
                <a16:creationId xmlns:a16="http://schemas.microsoft.com/office/drawing/2014/main" id="{835BFB79-CBB3-07C6-9054-B6A67EB74CD0}"/>
              </a:ext>
            </a:extLst>
          </p:cNvPr>
          <p:cNvCxnSpPr>
            <a:cxnSpLocks/>
          </p:cNvCxnSpPr>
          <p:nvPr userDrawn="1"/>
        </p:nvCxnSpPr>
        <p:spPr>
          <a:xfrm>
            <a:off x="0" y="39708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xão Reta 14">
            <a:extLst>
              <a:ext uri="{FF2B5EF4-FFF2-40B4-BE49-F238E27FC236}">
                <a16:creationId xmlns:a16="http://schemas.microsoft.com/office/drawing/2014/main" id="{92D070E1-5B92-2362-47F1-B8BCB4EFFA4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93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a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39112" y="192024"/>
            <a:ext cx="8165592" cy="722376"/>
          </a:xfrm>
        </p:spPr>
        <p:txBody>
          <a:bodyPr rtlCol="0"/>
          <a:lstStyle>
            <a:lvl1pPr algn="ctr"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2" name="Marcador de Posição da Imagem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01852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19" name="Marcador de Posição do Texto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92124" y="2889504"/>
            <a:ext cx="1828800" cy="310896"/>
          </a:xfrm>
        </p:spPr>
        <p:txBody>
          <a:bodyPr lIns="0" r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4" name="Marcador de Posição do Texto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060704" y="3154680"/>
            <a:ext cx="1691640" cy="466344"/>
          </a:xfrm>
          <a:solidFill>
            <a:schemeClr val="accent2"/>
          </a:solidFill>
        </p:spPr>
        <p:txBody>
          <a:bodyPr lIns="0" rIns="0"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1" name="Marcador de Posição da Imagem 31">
            <a:extLst>
              <a:ext uri="{FF2B5EF4-FFF2-40B4-BE49-F238E27FC236}">
                <a16:creationId xmlns:a16="http://schemas.microsoft.com/office/drawing/2014/main" id="{19E34216-9950-3FAF-F3B8-AB91DE9262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101852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45" name="Marcador de Posição do Texto 2">
            <a:extLst>
              <a:ext uri="{FF2B5EF4-FFF2-40B4-BE49-F238E27FC236}">
                <a16:creationId xmlns:a16="http://schemas.microsoft.com/office/drawing/2014/main" id="{C3F46F42-C5D7-B0CE-E3C5-46117B70A93B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78408" y="5477256"/>
            <a:ext cx="1856232" cy="310896"/>
          </a:xfrm>
        </p:spPr>
        <p:txBody>
          <a:bodyPr lIns="0" r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41" name="Marcador de Posição do Texto 2">
            <a:extLst>
              <a:ext uri="{FF2B5EF4-FFF2-40B4-BE49-F238E27FC236}">
                <a16:creationId xmlns:a16="http://schemas.microsoft.com/office/drawing/2014/main" id="{F01F58CE-C433-DC58-1D16-405DC2D82D8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60704" y="5760720"/>
            <a:ext cx="1691640" cy="466344"/>
          </a:xfrm>
          <a:solidFill>
            <a:schemeClr val="accent2"/>
          </a:solidFill>
        </p:spPr>
        <p:txBody>
          <a:bodyPr lIns="0" rIns="0"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3" name="Marcador de Posição da Imagem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62764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1" name="Marcador de Posição do Texto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853036" y="2889504"/>
            <a:ext cx="1828800" cy="310896"/>
          </a:xfrm>
        </p:spPr>
        <p:txBody>
          <a:bodyPr lIns="0" r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6" name="Marcador de Posição do Texto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921616" y="3154680"/>
            <a:ext cx="1691640" cy="466344"/>
          </a:xfrm>
          <a:solidFill>
            <a:schemeClr val="accent2"/>
          </a:solidFill>
        </p:spPr>
        <p:txBody>
          <a:bodyPr lIns="0" rIns="0"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5" name="Marcador de Posição da Imagem 31">
            <a:extLst>
              <a:ext uri="{FF2B5EF4-FFF2-40B4-BE49-F238E27FC236}">
                <a16:creationId xmlns:a16="http://schemas.microsoft.com/office/drawing/2014/main" id="{D8E671C2-9C83-AF2B-0C7A-D8CE142046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962764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47" name="Marcador de Posição do Texto 2">
            <a:extLst>
              <a:ext uri="{FF2B5EF4-FFF2-40B4-BE49-F238E27FC236}">
                <a16:creationId xmlns:a16="http://schemas.microsoft.com/office/drawing/2014/main" id="{1E0C8150-95EC-3B89-D427-0C4AD56ABB9E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3839320" y="5477256"/>
            <a:ext cx="1856232" cy="310896"/>
          </a:xfrm>
        </p:spPr>
        <p:txBody>
          <a:bodyPr lIns="0" r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43" name="Marcador de Posição do Texto 2">
            <a:extLst>
              <a:ext uri="{FF2B5EF4-FFF2-40B4-BE49-F238E27FC236}">
                <a16:creationId xmlns:a16="http://schemas.microsoft.com/office/drawing/2014/main" id="{8B6CA730-8E8F-2283-CFDB-358748B1ED30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921616" y="5760720"/>
            <a:ext cx="1691640" cy="466344"/>
          </a:xfrm>
          <a:solidFill>
            <a:schemeClr val="accent2"/>
          </a:solidFill>
        </p:spPr>
        <p:txBody>
          <a:bodyPr lIns="0" rIns="0"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4" name="Marcador de Posição da Imagem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41853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2" name="Marcador de Posição do Texto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32125" y="2889504"/>
            <a:ext cx="1828800" cy="310896"/>
          </a:xfrm>
        </p:spPr>
        <p:txBody>
          <a:bodyPr lIns="0" r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7" name="Marcador de Posição do Texto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800705" y="3154680"/>
            <a:ext cx="1691640" cy="466344"/>
          </a:xfrm>
          <a:solidFill>
            <a:schemeClr val="accent2"/>
          </a:solidFill>
        </p:spPr>
        <p:txBody>
          <a:bodyPr lIns="0" rIns="0"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8" name="Marcador de Posição da Imagem 31">
            <a:extLst>
              <a:ext uri="{FF2B5EF4-FFF2-40B4-BE49-F238E27FC236}">
                <a16:creationId xmlns:a16="http://schemas.microsoft.com/office/drawing/2014/main" id="{385AF281-7DED-566C-E62C-76BBF2A795A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41853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48" name="Marcador de Posição do Texto 2">
            <a:extLst>
              <a:ext uri="{FF2B5EF4-FFF2-40B4-BE49-F238E27FC236}">
                <a16:creationId xmlns:a16="http://schemas.microsoft.com/office/drawing/2014/main" id="{D1C2E707-78B6-51F1-8B2D-EA2147D58C21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718409" y="5477256"/>
            <a:ext cx="1856232" cy="310896"/>
          </a:xfrm>
        </p:spPr>
        <p:txBody>
          <a:bodyPr lIns="0" r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44" name="Marcador de Posição do Texto 2">
            <a:extLst>
              <a:ext uri="{FF2B5EF4-FFF2-40B4-BE49-F238E27FC236}">
                <a16:creationId xmlns:a16="http://schemas.microsoft.com/office/drawing/2014/main" id="{9E91D85A-CBAB-980E-5BD9-3BCF8CEAC7EA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800705" y="5760720"/>
            <a:ext cx="1691640" cy="466344"/>
          </a:xfrm>
          <a:solidFill>
            <a:schemeClr val="accent2"/>
          </a:solidFill>
        </p:spPr>
        <p:txBody>
          <a:bodyPr lIns="0" rIns="0"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6" name="Marcador de Posição da Imagem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685057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0" name="Marcador de Posição do Texto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575329" y="2889504"/>
            <a:ext cx="1828800" cy="310896"/>
          </a:xfrm>
        </p:spPr>
        <p:txBody>
          <a:bodyPr lIns="0" r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5" name="Marcador de Posição do Texto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43909" y="3154680"/>
            <a:ext cx="1691640" cy="466344"/>
          </a:xfrm>
          <a:solidFill>
            <a:schemeClr val="accent2"/>
          </a:solidFill>
        </p:spPr>
        <p:txBody>
          <a:bodyPr lIns="0" rIns="0"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40" name="Marcador de Posição da Imagem 31">
            <a:extLst>
              <a:ext uri="{FF2B5EF4-FFF2-40B4-BE49-F238E27FC236}">
                <a16:creationId xmlns:a16="http://schemas.microsoft.com/office/drawing/2014/main" id="{5993608C-B818-3AD4-B4D3-28D2DF627D0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685057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46" name="Marcador de Posição do Texto 4">
            <a:extLst>
              <a:ext uri="{FF2B5EF4-FFF2-40B4-BE49-F238E27FC236}">
                <a16:creationId xmlns:a16="http://schemas.microsoft.com/office/drawing/2014/main" id="{0E307E95-A0E7-5F5C-DFF3-F33EF29FFC3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61613" y="5477256"/>
            <a:ext cx="1856232" cy="310896"/>
          </a:xfrm>
        </p:spPr>
        <p:txBody>
          <a:bodyPr lIns="0" r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42" name="Marcador de Posição do Texto 4">
            <a:extLst>
              <a:ext uri="{FF2B5EF4-FFF2-40B4-BE49-F238E27FC236}">
                <a16:creationId xmlns:a16="http://schemas.microsoft.com/office/drawing/2014/main" id="{93D6B271-D0F0-7CDA-BE9D-BD03B6C47BA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43909" y="5760720"/>
            <a:ext cx="1691640" cy="466344"/>
          </a:xfrm>
          <a:solidFill>
            <a:schemeClr val="accent2"/>
          </a:solidFill>
        </p:spPr>
        <p:txBody>
          <a:bodyPr lIns="0" rIns="0"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84D792B7-0397-C047-AE12-1A03F7E3DC83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DCA03700-72D6-47E4-A7C2-038E34A4B972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BB211C01-E0D3-34B5-C635-7ED6C7C89E9C}"/>
              </a:ext>
            </a:extLst>
          </p:cNvPr>
          <p:cNvCxnSpPr>
            <a:cxnSpLocks/>
          </p:cNvCxnSpPr>
          <p:nvPr userDrawn="1"/>
        </p:nvCxnSpPr>
        <p:spPr>
          <a:xfrm>
            <a:off x="0" y="330022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4D4CCE68-630E-A4CE-AF43-3FB81EADDF2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42465"/>
            <a:ext cx="1139526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E40AA902-F568-9A37-2C1B-1E3659DBE780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794CF9AA-8029-6D34-457C-9FC583E8D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xão Reta 22">
            <a:extLst>
              <a:ext uri="{FF2B5EF4-FFF2-40B4-BE49-F238E27FC236}">
                <a16:creationId xmlns:a16="http://schemas.microsoft.com/office/drawing/2014/main" id="{94CAFEB8-8359-AC67-8760-CFF0FC604D80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xão Reta 28">
            <a:extLst>
              <a:ext uri="{FF2B5EF4-FFF2-40B4-BE49-F238E27FC236}">
                <a16:creationId xmlns:a16="http://schemas.microsoft.com/office/drawing/2014/main" id="{67E393C7-F0CA-6CFE-7A57-82D059DF9D96}"/>
              </a:ext>
            </a:extLst>
          </p:cNvPr>
          <p:cNvCxnSpPr>
            <a:cxnSpLocks/>
          </p:cNvCxnSpPr>
          <p:nvPr userDrawn="1"/>
        </p:nvCxnSpPr>
        <p:spPr>
          <a:xfrm>
            <a:off x="0" y="5915157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97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o de citaçã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1832" y="1005840"/>
            <a:ext cx="7187184" cy="4251960"/>
          </a:xfrm>
        </p:spPr>
        <p:txBody>
          <a:bodyPr rtlCol="0" anchor="b"/>
          <a:lstStyle>
            <a:lvl1pPr>
              <a:lnSpc>
                <a:spcPct val="100000"/>
              </a:lnSpc>
              <a:defRPr lang="en-US" sz="54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BE3754CA-7CD5-66C6-9A94-42B6D2AEC1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1832" y="5312664"/>
            <a:ext cx="2889504" cy="365760"/>
          </a:xfrm>
          <a:solidFill>
            <a:schemeClr val="accent3"/>
          </a:solidFill>
        </p:spPr>
        <p:txBody>
          <a:bodyPr rtlCol="0">
            <a:noAutofit/>
          </a:bodyPr>
          <a:lstStyle>
            <a:lvl1pPr marL="0" indent="0" algn="l">
              <a:buNone/>
              <a:defRPr lang="en-US" sz="18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lang="en-US" sz="2000"/>
            </a:lvl2pPr>
            <a:lvl3pPr marL="914400" indent="0" algn="ctr">
              <a:buNone/>
              <a:defRPr lang="en-US" sz="1800"/>
            </a:lvl3pPr>
            <a:lvl4pPr marL="1371600" indent="0" algn="ctr">
              <a:buNone/>
              <a:defRPr lang="en-US" sz="1600"/>
            </a:lvl4pPr>
            <a:lvl5pPr marL="1828800" indent="0" algn="ctr">
              <a:buNone/>
              <a:defRPr lang="en-US" sz="1600"/>
            </a:lvl5pPr>
            <a:lvl6pPr marL="2286000" indent="0" algn="ctr">
              <a:buNone/>
              <a:defRPr lang="en-US" sz="1600"/>
            </a:lvl6pPr>
            <a:lvl7pPr marL="2743200" indent="0" algn="ctr">
              <a:buNone/>
              <a:defRPr lang="en-US" sz="1600"/>
            </a:lvl7pPr>
            <a:lvl8pPr marL="3200400" indent="0" algn="ctr">
              <a:buNone/>
              <a:defRPr lang="en-US" sz="1600"/>
            </a:lvl8pPr>
            <a:lvl9pPr marL="3657600" indent="0" algn="ctr">
              <a:buNone/>
              <a:defRPr lang="en-US" sz="1600"/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  <p:sp>
        <p:nvSpPr>
          <p:cNvPr id="23" name="Marcador de Posição da Imagem 22">
            <a:extLst>
              <a:ext uri="{FF2B5EF4-FFF2-40B4-BE49-F238E27FC236}">
                <a16:creationId xmlns:a16="http://schemas.microsoft.com/office/drawing/2014/main" id="{47150B01-E47B-1FE6-D289-46641618F6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37714" y="1028362"/>
            <a:ext cx="2451100" cy="4800597"/>
          </a:xfrm>
          <a:ln w="15875">
            <a:solidFill>
              <a:schemeClr val="tx1"/>
            </a:solidFill>
          </a:ln>
        </p:spPr>
        <p:txBody>
          <a:bodyPr rtlCol="0" anchor="ctr"/>
          <a:lstStyle>
            <a:lvl1pPr marL="0" indent="0" algn="ctr">
              <a:buNone/>
              <a:defRPr lang="en-US" sz="18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rtl="0"/>
            <a:fld id="{84D792B7-0397-C047-AE12-1A03F7E3DC83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rtl="0"/>
            <a:fld id="{06F47DB4-1A0C-4F51-8719-D21E3CB63FF4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52C5A325-67B4-EB21-61D9-11A62C1149D0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7966DF71-8DDC-0AE8-6067-6C8BDF66AEE6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8D53E1C8-4CA4-75B1-C371-4A379986E7A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774A3361-4A2D-2ED2-946A-46EA9B3FCC9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99A1A3AD-F519-2787-F127-4698F8E5CA39}"/>
              </a:ext>
            </a:extLst>
          </p:cNvPr>
          <p:cNvCxnSpPr>
            <a:cxnSpLocks/>
          </p:cNvCxnSpPr>
          <p:nvPr userDrawn="1"/>
        </p:nvCxnSpPr>
        <p:spPr>
          <a:xfrm>
            <a:off x="0" y="5516519"/>
            <a:ext cx="9144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xão Reta 17">
            <a:extLst>
              <a:ext uri="{FF2B5EF4-FFF2-40B4-BE49-F238E27FC236}">
                <a16:creationId xmlns:a16="http://schemas.microsoft.com/office/drawing/2014/main" id="{765322AF-E7A0-773B-0886-72337FA4AC8E}"/>
              </a:ext>
            </a:extLst>
          </p:cNvPr>
          <p:cNvCxnSpPr>
            <a:cxnSpLocks/>
            <a:stCxn id="19" idx="3"/>
          </p:cNvCxnSpPr>
          <p:nvPr userDrawn="1"/>
        </p:nvCxnSpPr>
        <p:spPr>
          <a:xfrm>
            <a:off x="3831336" y="5495544"/>
            <a:ext cx="83606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4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s Múltipl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Marcador de Posição da Imagem 39">
            <a:extLst>
              <a:ext uri="{FF2B5EF4-FFF2-40B4-BE49-F238E27FC236}">
                <a16:creationId xmlns:a16="http://schemas.microsoft.com/office/drawing/2014/main" id="{5CCC7076-FFA4-750E-431A-0BE2B1B6F2E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7796" y="1652080"/>
            <a:ext cx="4406901" cy="3124681"/>
          </a:xfrm>
          <a:ln w="15875">
            <a:solidFill>
              <a:schemeClr val="tx1"/>
            </a:solidFill>
          </a:ln>
        </p:spPr>
        <p:txBody>
          <a:bodyPr rtlCol="0" anchor="ctr"/>
          <a:lstStyle>
            <a:lvl1pPr marL="0" indent="0" algn="ctr">
              <a:buNone/>
              <a:defRPr lang="en-US" sz="18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EBF410FA-6919-A95F-E465-F3650BC704A5}"/>
              </a:ext>
            </a:extLst>
          </p:cNvPr>
          <p:cNvCxnSpPr>
            <a:cxnSpLocks/>
          </p:cNvCxnSpPr>
          <p:nvPr userDrawn="1"/>
        </p:nvCxnSpPr>
        <p:spPr>
          <a:xfrm>
            <a:off x="0" y="1037308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xão Reta 12">
            <a:extLst>
              <a:ext uri="{FF2B5EF4-FFF2-40B4-BE49-F238E27FC236}">
                <a16:creationId xmlns:a16="http://schemas.microsoft.com/office/drawing/2014/main" id="{056D016C-FD2C-0B4B-A727-8A7CAF4A9846}"/>
              </a:ext>
            </a:extLst>
          </p:cNvPr>
          <p:cNvCxnSpPr>
            <a:cxnSpLocks/>
          </p:cNvCxnSpPr>
          <p:nvPr userDrawn="1"/>
        </p:nvCxnSpPr>
        <p:spPr>
          <a:xfrm flipV="1">
            <a:off x="5476731" y="1037308"/>
            <a:ext cx="0" cy="540217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7A79FE8F-AD7E-5CA6-4AC2-165DA0C9BEF5}"/>
              </a:ext>
            </a:extLst>
          </p:cNvPr>
          <p:cNvCxnSpPr>
            <a:cxnSpLocks/>
          </p:cNvCxnSpPr>
          <p:nvPr userDrawn="1"/>
        </p:nvCxnSpPr>
        <p:spPr>
          <a:xfrm flipV="1">
            <a:off x="8792556" y="1027906"/>
            <a:ext cx="0" cy="541157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xão Reta 17">
            <a:extLst>
              <a:ext uri="{FF2B5EF4-FFF2-40B4-BE49-F238E27FC236}">
                <a16:creationId xmlns:a16="http://schemas.microsoft.com/office/drawing/2014/main" id="{31AA6A48-79F7-A000-AA19-3EB390EBAFAF}"/>
              </a:ext>
            </a:extLst>
          </p:cNvPr>
          <p:cNvCxnSpPr>
            <a:cxnSpLocks/>
          </p:cNvCxnSpPr>
          <p:nvPr userDrawn="1"/>
        </p:nvCxnSpPr>
        <p:spPr>
          <a:xfrm>
            <a:off x="5476731" y="3833413"/>
            <a:ext cx="671526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1D2FB9E0-941D-A849-6C69-C8A3BDD784D2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868" y="54864"/>
            <a:ext cx="11256264" cy="969264"/>
          </a:xfrm>
        </p:spPr>
        <p:txBody>
          <a:bodyPr rtlCol="0"/>
          <a:lstStyle>
            <a:lvl1pPr algn="ctr">
              <a:defRPr lang="en-US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023483" y="1802860"/>
            <a:ext cx="2843784" cy="1827340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/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0" rtl="0"/>
            <a:endParaRPr lang="pt-PT" noProof="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03B0FEED-C45A-47A1-BCC0-3E9643BDB1C1}" type="datetime3">
              <a:rPr lang="pt-PT" noProof="0" smtClean="0"/>
              <a:t>14.10.26</a:t>
            </a:fld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84D792B7-0397-C047-AE12-1A03F7E3DC83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29" name="Marcador de Posição de Conteúdo 2">
            <a:extLst>
              <a:ext uri="{FF2B5EF4-FFF2-40B4-BE49-F238E27FC236}">
                <a16:creationId xmlns:a16="http://schemas.microsoft.com/office/drawing/2014/main" id="{F9E7CC0C-0A82-6C16-C499-CE38E6A5E1A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634474" y="1802860"/>
            <a:ext cx="2843784" cy="1827340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/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0" rtl="0"/>
            <a:endParaRPr lang="pt-PT" noProof="0" dirty="0"/>
          </a:p>
        </p:txBody>
      </p:sp>
      <p:sp>
        <p:nvSpPr>
          <p:cNvPr id="31" name="Marcador de Posição do Texto 30">
            <a:extLst>
              <a:ext uri="{FF2B5EF4-FFF2-40B4-BE49-F238E27FC236}">
                <a16:creationId xmlns:a16="http://schemas.microsoft.com/office/drawing/2014/main" id="{57CEC54D-1FD6-3F78-8B9D-D145F9B1C3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4474" y="1279472"/>
            <a:ext cx="2843784" cy="46634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>
                <a:latin typeface="+mj-lt"/>
              </a:defRPr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2" name="Marcador de Posição do Texto 30">
            <a:extLst>
              <a:ext uri="{FF2B5EF4-FFF2-40B4-BE49-F238E27FC236}">
                <a16:creationId xmlns:a16="http://schemas.microsoft.com/office/drawing/2014/main" id="{A61EC6ED-86B0-89B9-F4F3-A17A7F150D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23483" y="1278001"/>
            <a:ext cx="2843784" cy="46634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>
                <a:latin typeface="+mj-lt"/>
              </a:defRPr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3" name="Marcador de Posição de Conteúdo 2">
            <a:extLst>
              <a:ext uri="{FF2B5EF4-FFF2-40B4-BE49-F238E27FC236}">
                <a16:creationId xmlns:a16="http://schemas.microsoft.com/office/drawing/2014/main" id="{3D51AA82-3529-805D-5461-E1C5DC523EB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23483" y="4599432"/>
            <a:ext cx="2843784" cy="1645950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/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0" rtl="0"/>
            <a:endParaRPr lang="pt-PT" noProof="0" dirty="0"/>
          </a:p>
        </p:txBody>
      </p:sp>
      <p:sp>
        <p:nvSpPr>
          <p:cNvPr id="34" name="Marcador de Posição de Conteúdo 2">
            <a:extLst>
              <a:ext uri="{FF2B5EF4-FFF2-40B4-BE49-F238E27FC236}">
                <a16:creationId xmlns:a16="http://schemas.microsoft.com/office/drawing/2014/main" id="{52A58E13-B509-86DD-D9FA-FE6B76B706C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634474" y="4599432"/>
            <a:ext cx="2843784" cy="1645950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/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0" rtl="0"/>
            <a:endParaRPr lang="pt-PT" noProof="0" dirty="0"/>
          </a:p>
        </p:txBody>
      </p:sp>
      <p:sp>
        <p:nvSpPr>
          <p:cNvPr id="35" name="Marcador de Posição do Texto 30">
            <a:extLst>
              <a:ext uri="{FF2B5EF4-FFF2-40B4-BE49-F238E27FC236}">
                <a16:creationId xmlns:a16="http://schemas.microsoft.com/office/drawing/2014/main" id="{D3275BA4-1A29-81A8-890F-A2019D6AD1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34474" y="4078224"/>
            <a:ext cx="2843784" cy="46634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>
                <a:latin typeface="+mj-lt"/>
              </a:defRPr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6" name="Marcador de Posição do Texto 30">
            <a:extLst>
              <a:ext uri="{FF2B5EF4-FFF2-40B4-BE49-F238E27FC236}">
                <a16:creationId xmlns:a16="http://schemas.microsoft.com/office/drawing/2014/main" id="{97742C31-A952-F092-74D6-5D432DBE49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23483" y="4078224"/>
            <a:ext cx="2843784" cy="46634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>
                <a:latin typeface="+mj-lt"/>
              </a:defRPr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41" name="Marcador de Posição de Conteúdo 2">
            <a:extLst>
              <a:ext uri="{FF2B5EF4-FFF2-40B4-BE49-F238E27FC236}">
                <a16:creationId xmlns:a16="http://schemas.microsoft.com/office/drawing/2014/main" id="{1AF03A42-3FAC-6EF4-3C19-01EADE20F3D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07008" y="5788152"/>
            <a:ext cx="3858768" cy="532461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/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42" name="Marcador de Posição do Texto 30">
            <a:extLst>
              <a:ext uri="{FF2B5EF4-FFF2-40B4-BE49-F238E27FC236}">
                <a16:creationId xmlns:a16="http://schemas.microsoft.com/office/drawing/2014/main" id="{D4A2DF13-0ACD-F5E4-200D-EF0469F75D0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07008" y="5266944"/>
            <a:ext cx="3858768" cy="46634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>
                <a:latin typeface="+mj-lt"/>
              </a:defRPr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44" name="Marcador de Posição do Texto 43">
            <a:extLst>
              <a:ext uri="{FF2B5EF4-FFF2-40B4-BE49-F238E27FC236}">
                <a16:creationId xmlns:a16="http://schemas.microsoft.com/office/drawing/2014/main" id="{7B805FCC-6D7A-F1CC-3B04-A84A068DBB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695176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rtlCol="0" anchor="ctr"/>
          <a:lstStyle>
            <a:lvl1pPr marL="0" indent="0" algn="ctr">
              <a:buNone/>
              <a:defRPr lang="en-US" sz="1600">
                <a:latin typeface="+mj-lt"/>
              </a:defRPr>
            </a:lvl1pPr>
          </a:lstStyle>
          <a:p>
            <a:pPr lvl="0" rtl="0"/>
            <a:r>
              <a:rPr lang="pt-PT" noProof="0"/>
              <a:t>X</a:t>
            </a:r>
          </a:p>
        </p:txBody>
      </p:sp>
      <p:sp>
        <p:nvSpPr>
          <p:cNvPr id="45" name="Marcador de Posição do Texto 43">
            <a:extLst>
              <a:ext uri="{FF2B5EF4-FFF2-40B4-BE49-F238E27FC236}">
                <a16:creationId xmlns:a16="http://schemas.microsoft.com/office/drawing/2014/main" id="{FEE3F2FF-41FC-A05B-F6EB-A97A7D1B0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95176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rtlCol="0" anchor="ctr"/>
          <a:lstStyle>
            <a:lvl1pPr marL="0" indent="0" algn="ctr">
              <a:buNone/>
              <a:defRPr lang="en-US" sz="1600">
                <a:latin typeface="+mj-lt"/>
              </a:defRPr>
            </a:lvl1pPr>
          </a:lstStyle>
          <a:p>
            <a:pPr lvl="0" rtl="0"/>
            <a:r>
              <a:rPr lang="pt-PT" noProof="0"/>
              <a:t>X</a:t>
            </a:r>
          </a:p>
        </p:txBody>
      </p:sp>
      <p:sp>
        <p:nvSpPr>
          <p:cNvPr id="46" name="Marcador de Posição do Texto 43">
            <a:extLst>
              <a:ext uri="{FF2B5EF4-FFF2-40B4-BE49-F238E27FC236}">
                <a16:creationId xmlns:a16="http://schemas.microsoft.com/office/drawing/2014/main" id="{271E6249-39AB-A674-474B-129F0FC28F0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93608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rtlCol="0" anchor="ctr"/>
          <a:lstStyle>
            <a:lvl1pPr marL="0" indent="0" algn="ctr">
              <a:buNone/>
              <a:defRPr lang="en-US" sz="1600">
                <a:latin typeface="+mj-lt"/>
              </a:defRPr>
            </a:lvl1pPr>
          </a:lstStyle>
          <a:p>
            <a:pPr lvl="0" rtl="0"/>
            <a:r>
              <a:rPr lang="pt-PT" noProof="0"/>
              <a:t>X</a:t>
            </a:r>
          </a:p>
        </p:txBody>
      </p:sp>
      <p:sp>
        <p:nvSpPr>
          <p:cNvPr id="47" name="Marcador de Posição do Texto 43">
            <a:extLst>
              <a:ext uri="{FF2B5EF4-FFF2-40B4-BE49-F238E27FC236}">
                <a16:creationId xmlns:a16="http://schemas.microsoft.com/office/drawing/2014/main" id="{1743218C-8B3C-DC33-5CD2-D82FA77A52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3608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rtlCol="0" anchor="ctr"/>
          <a:lstStyle>
            <a:lvl1pPr marL="0" indent="0" algn="ctr">
              <a:buNone/>
              <a:defRPr lang="en-US" sz="1600">
                <a:latin typeface="+mj-lt"/>
              </a:defRPr>
            </a:lvl1pPr>
          </a:lstStyle>
          <a:p>
            <a:pPr lvl="0" rtl="0"/>
            <a:r>
              <a:rPr lang="pt-PT" noProof="0"/>
              <a:t>X</a:t>
            </a:r>
          </a:p>
        </p:txBody>
      </p:sp>
      <p:sp>
        <p:nvSpPr>
          <p:cNvPr id="48" name="Marcador de Posição do Texto 43">
            <a:extLst>
              <a:ext uri="{FF2B5EF4-FFF2-40B4-BE49-F238E27FC236}">
                <a16:creationId xmlns:a16="http://schemas.microsoft.com/office/drawing/2014/main" id="{6018CAD3-E7B7-16B7-5631-0C3F7C38C5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640" y="5330952"/>
            <a:ext cx="512064" cy="512064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rtlCol="0" anchor="ctr"/>
          <a:lstStyle>
            <a:lvl1pPr marL="0" indent="0" algn="ctr">
              <a:buNone/>
              <a:defRPr lang="en-US" sz="1600">
                <a:latin typeface="+mj-lt"/>
              </a:defRPr>
            </a:lvl1pPr>
          </a:lstStyle>
          <a:p>
            <a:pPr lvl="0" rtl="0"/>
            <a:r>
              <a:rPr lang="pt-PT" noProof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5405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cronológic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2FEDE488-304D-8F7B-7181-CB5794855926}"/>
              </a:ext>
            </a:extLst>
          </p:cNvPr>
          <p:cNvCxnSpPr>
            <a:cxnSpLocks/>
          </p:cNvCxnSpPr>
          <p:nvPr userDrawn="1"/>
        </p:nvCxnSpPr>
        <p:spPr>
          <a:xfrm>
            <a:off x="1565155" y="1983947"/>
            <a:ext cx="1062684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73152"/>
            <a:ext cx="3227832" cy="969264"/>
          </a:xfr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2" name="Marcador de Posição da Imagem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36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19" name="Marcador de Posição do Texto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2064" y="2743200"/>
            <a:ext cx="1389888" cy="466344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4" name="Marcador de Posição do Texto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12064" y="3218688"/>
            <a:ext cx="1801368" cy="1481328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3" name="Marcador de Posição da Imagem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1752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1" name="Marcador de Posição do Texto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16936" y="2743200"/>
            <a:ext cx="1389888" cy="466344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6" name="Marcador de Posição do Texto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2916936" y="3218688"/>
            <a:ext cx="1801368" cy="1481328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4" name="Marcador de Posição da Imagem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4068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2" name="Marcador de Posição do Texto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358384" y="2743200"/>
            <a:ext cx="1389888" cy="466344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7" name="Marcador de Posição do Texto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358384" y="3218688"/>
            <a:ext cx="1801368" cy="1481328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5" name="Marcador de Posição da Imagem 31">
            <a:extLst>
              <a:ext uri="{FF2B5EF4-FFF2-40B4-BE49-F238E27FC236}">
                <a16:creationId xmlns:a16="http://schemas.microsoft.com/office/drawing/2014/main" id="{8AC38C98-F011-6729-EA3D-B9F72D88DBB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44968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3" name="Marcador de Posição do Texto 2">
            <a:extLst>
              <a:ext uri="{FF2B5EF4-FFF2-40B4-BE49-F238E27FC236}">
                <a16:creationId xmlns:a16="http://schemas.microsoft.com/office/drawing/2014/main" id="{01D32DAF-E8E7-6294-0961-BC9CCFB6F41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644384" y="2743200"/>
            <a:ext cx="1389888" cy="466344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8" name="Marcador de Posição do Texto 2">
            <a:extLst>
              <a:ext uri="{FF2B5EF4-FFF2-40B4-BE49-F238E27FC236}">
                <a16:creationId xmlns:a16="http://schemas.microsoft.com/office/drawing/2014/main" id="{C9875650-BD0D-32C5-3819-F8C14365B414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644384" y="3218688"/>
            <a:ext cx="1801368" cy="1481328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6" name="Marcador de Posição da Imagem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204704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lang="en-US" sz="1200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0" name="Marcador de Posição do Texto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10113264" y="2743200"/>
            <a:ext cx="1389888" cy="466344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5" name="Marcador de Posição do Texto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13264" y="3218688"/>
            <a:ext cx="1801368" cy="1481328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84D792B7-0397-C047-AE12-1A03F7E3DC83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23009FE6-027B-410D-865D-21EB76A73E57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DEEA677E-8DEA-5E75-BA4B-23D1BA7F8E99}"/>
              </a:ext>
            </a:extLst>
          </p:cNvPr>
          <p:cNvCxnSpPr>
            <a:cxnSpLocks/>
          </p:cNvCxnSpPr>
          <p:nvPr userDrawn="1"/>
        </p:nvCxnSpPr>
        <p:spPr>
          <a:xfrm>
            <a:off x="6982984" y="522548"/>
            <a:ext cx="521208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3B3319DB-4A46-5428-C6CC-D0751895D66F}"/>
              </a:ext>
            </a:extLst>
          </p:cNvPr>
          <p:cNvCxnSpPr>
            <a:cxnSpLocks/>
          </p:cNvCxnSpPr>
          <p:nvPr userDrawn="1"/>
        </p:nvCxnSpPr>
        <p:spPr>
          <a:xfrm>
            <a:off x="0" y="5757057"/>
            <a:ext cx="850485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262B810B-B523-F767-647B-12432989B2E9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osição do Texto 16">
            <a:extLst>
              <a:ext uri="{FF2B5EF4-FFF2-40B4-BE49-F238E27FC236}">
                <a16:creationId xmlns:a16="http://schemas.microsoft.com/office/drawing/2014/main" id="{2A089CB3-1FD6-52E9-890B-0C5EC799D8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36655" y="5143104"/>
            <a:ext cx="3355345" cy="1252728"/>
          </a:xfrm>
        </p:spPr>
        <p:txBody>
          <a:bodyPr rtlCol="0" anchor="ctr"/>
          <a:lstStyle>
            <a:lvl1pPr marL="0" indent="0">
              <a:buNone/>
              <a:defRPr lang="en-US"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96127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0672C-3B98-424B-3047-A14FF403A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344" y="36576"/>
            <a:ext cx="5294376" cy="969264"/>
          </a:xfrm>
        </p:spPr>
        <p:txBody>
          <a:bodyPr rtlCol="0"/>
          <a:lstStyle>
            <a:lvl1pPr>
              <a:lnSpc>
                <a:spcPct val="100000"/>
              </a:lnSpc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22" name="Marcador de Posição da Imagem 20">
            <a:extLst>
              <a:ext uri="{FF2B5EF4-FFF2-40B4-BE49-F238E27FC236}">
                <a16:creationId xmlns:a16="http://schemas.microsoft.com/office/drawing/2014/main" id="{656258F0-1496-C756-9648-B7772E2B11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4501" y="1592221"/>
            <a:ext cx="5207000" cy="4292599"/>
          </a:xfrm>
          <a:ln w="15875"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FontTx/>
              <a:buNone/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9399D7D-8B9F-47AD-ACF1-0FAA450690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565392" y="740664"/>
            <a:ext cx="5157787" cy="466344"/>
          </a:xfrm>
        </p:spPr>
        <p:txBody>
          <a:bodyPr rtlCol="0" anchor="ctr"/>
          <a:lstStyle>
            <a:lvl1pPr marL="0" indent="0">
              <a:buNone/>
              <a:defRPr lang="en-US"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D2E9DC0-11F7-BF92-00BF-7C7E94670C1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5392" y="1417320"/>
            <a:ext cx="5157787" cy="2029968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800"/>
              </a:spcBef>
              <a:defRPr lang="en-US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lang="en-US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lang="en-US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lang="en-US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lang="en-US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FA110F4B-383C-979A-7C67-60731A902CC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65392" y="3941064"/>
            <a:ext cx="5183188" cy="466344"/>
          </a:xfrm>
        </p:spPr>
        <p:txBody>
          <a:bodyPr rtlCol="0" anchor="ctr"/>
          <a:lstStyle>
            <a:lvl1pPr marL="0" indent="0">
              <a:buNone/>
              <a:defRPr lang="en-US"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0758E51B-C92F-F9B7-5D67-2EE0685CCF12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565392" y="4485555"/>
            <a:ext cx="5183188" cy="1197864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800"/>
              </a:spcBef>
              <a:defRPr lang="en-US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lang="en-US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lang="en-US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lang="en-US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lang="en-US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2F376A9B-4626-290B-917F-B57D3512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84D792B7-0397-C047-AE12-1A03F7E3DC83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7147E33F-E2CD-B99B-7A79-CDC2550A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427C822-3603-1035-6BD5-07AEADAC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354AD4D1-6FE5-4F62-BF17-319431DBCD5E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11" name="Conexão Reta 10">
            <a:extLst>
              <a:ext uri="{FF2B5EF4-FFF2-40B4-BE49-F238E27FC236}">
                <a16:creationId xmlns:a16="http://schemas.microsoft.com/office/drawing/2014/main" id="{BE816DB4-C374-189A-F1F8-5F1B43EC2B71}"/>
              </a:ext>
            </a:extLst>
          </p:cNvPr>
          <p:cNvCxnSpPr>
            <a:cxnSpLocks/>
          </p:cNvCxnSpPr>
          <p:nvPr userDrawn="1"/>
        </p:nvCxnSpPr>
        <p:spPr>
          <a:xfrm>
            <a:off x="0" y="1037557"/>
            <a:ext cx="6096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xão Reta 12">
            <a:extLst>
              <a:ext uri="{FF2B5EF4-FFF2-40B4-BE49-F238E27FC236}">
                <a16:creationId xmlns:a16="http://schemas.microsoft.com/office/drawing/2014/main" id="{4FEC7540-FB09-0AE1-04FF-3706800F4DB6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0"/>
            <a:ext cx="0" cy="6439485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xão Reta 14">
            <a:extLst>
              <a:ext uri="{FF2B5EF4-FFF2-40B4-BE49-F238E27FC236}">
                <a16:creationId xmlns:a16="http://schemas.microsoft.com/office/drawing/2014/main" id="{D69421D4-0B4D-95CB-4FCB-E139DCBAD9BB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48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trê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1B0F0B75-DD75-7194-E40A-3AA5DD203B15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pt-PT" noProof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EB85F28-9AE2-01CA-E801-96F2F2ACC4FE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pt-PT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39112" y="64008"/>
            <a:ext cx="8165592" cy="969264"/>
          </a:xfrm>
        </p:spPr>
        <p:txBody>
          <a:bodyPr rtlCol="0"/>
          <a:lstStyle>
            <a:lvl1pPr algn="ctr">
              <a:defRPr lang="en-US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21" name="Marcador de Posição do Texto 2">
            <a:extLst>
              <a:ext uri="{FF2B5EF4-FFF2-40B4-BE49-F238E27FC236}">
                <a16:creationId xmlns:a16="http://schemas.microsoft.com/office/drawing/2014/main" id="{77B3A0F7-4877-4804-831D-E094CB4C49B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67512" y="1673352"/>
            <a:ext cx="2907792" cy="466344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 b="0"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1307592"/>
            <a:ext cx="7598664" cy="1197864"/>
          </a:xfrm>
        </p:spPr>
        <p:txBody>
          <a:bodyPr rtlCol="0" anchor="ctr"/>
          <a:lstStyle>
            <a:lvl1pPr marL="283464">
              <a:lnSpc>
                <a:spcPct val="100000"/>
              </a:lnSpc>
              <a:spcBef>
                <a:spcPts val="0"/>
              </a:spcBef>
              <a:defRPr lang="en-US" sz="1800"/>
            </a:lvl1pPr>
            <a:lvl2pPr>
              <a:lnSpc>
                <a:spcPct val="100000"/>
              </a:lnSpc>
              <a:spcBef>
                <a:spcPts val="0"/>
              </a:spcBef>
              <a:defRPr lang="en-US" sz="1600"/>
            </a:lvl2pPr>
            <a:lvl3pPr>
              <a:lnSpc>
                <a:spcPct val="100000"/>
              </a:lnSpc>
              <a:spcBef>
                <a:spcPts val="0"/>
              </a:spcBef>
              <a:defRPr lang="en-US" sz="1400"/>
            </a:lvl3pPr>
            <a:lvl4pPr>
              <a:lnSpc>
                <a:spcPct val="100000"/>
              </a:lnSpc>
              <a:spcBef>
                <a:spcPts val="0"/>
              </a:spcBef>
              <a:defRPr lang="en-US" sz="1200"/>
            </a:lvl4pPr>
            <a:lvl5pPr>
              <a:lnSpc>
                <a:spcPct val="100000"/>
              </a:lnSpc>
              <a:spcBef>
                <a:spcPts val="0"/>
              </a:spcBef>
              <a:defRPr lang="en-US" sz="12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15" name="Marcador de Posição do Texto 4">
            <a:extLst>
              <a:ext uri="{FF2B5EF4-FFF2-40B4-BE49-F238E27FC236}">
                <a16:creationId xmlns:a16="http://schemas.microsoft.com/office/drawing/2014/main" id="{5160F9ED-11F2-C22D-919C-AD28524B13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3452264"/>
            <a:ext cx="2907792" cy="466344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 b="0"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17" name="Marcador de Posição de Conteúdo 2">
            <a:extLst>
              <a:ext uri="{FF2B5EF4-FFF2-40B4-BE49-F238E27FC236}">
                <a16:creationId xmlns:a16="http://schemas.microsoft.com/office/drawing/2014/main" id="{8C5B491A-910D-96D7-7910-D672B631333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123102" y="3086504"/>
            <a:ext cx="7598664" cy="1197864"/>
          </a:xfrm>
        </p:spPr>
        <p:txBody>
          <a:bodyPr rtlCol="0" anchor="ctr"/>
          <a:lstStyle>
            <a:lvl1pPr marL="283464">
              <a:lnSpc>
                <a:spcPct val="100000"/>
              </a:lnSpc>
              <a:spcBef>
                <a:spcPts val="0"/>
              </a:spcBef>
              <a:defRPr lang="en-US" sz="1800"/>
            </a:lvl1pPr>
            <a:lvl2pPr>
              <a:lnSpc>
                <a:spcPct val="100000"/>
              </a:lnSpc>
              <a:spcBef>
                <a:spcPts val="0"/>
              </a:spcBef>
              <a:defRPr lang="en-US" sz="1600"/>
            </a:lvl2pPr>
            <a:lvl3pPr>
              <a:lnSpc>
                <a:spcPct val="100000"/>
              </a:lnSpc>
              <a:spcBef>
                <a:spcPts val="0"/>
              </a:spcBef>
              <a:defRPr lang="en-US" sz="1400"/>
            </a:lvl3pPr>
            <a:lvl4pPr>
              <a:lnSpc>
                <a:spcPct val="100000"/>
              </a:lnSpc>
              <a:spcBef>
                <a:spcPts val="0"/>
              </a:spcBef>
              <a:defRPr lang="en-US" sz="1200"/>
            </a:lvl4pPr>
            <a:lvl5pPr>
              <a:lnSpc>
                <a:spcPct val="100000"/>
              </a:lnSpc>
              <a:spcBef>
                <a:spcPts val="0"/>
              </a:spcBef>
              <a:defRPr lang="en-US" sz="12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22" name="Marcador de Posição do Texto 4">
            <a:extLst>
              <a:ext uri="{FF2B5EF4-FFF2-40B4-BE49-F238E27FC236}">
                <a16:creationId xmlns:a16="http://schemas.microsoft.com/office/drawing/2014/main" id="{C7845D54-C197-EEDA-099F-45ED6EC803C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67512" y="5288457"/>
            <a:ext cx="2907792" cy="466344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 b="0"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00C50B6-D96C-CEAF-4897-329D7DBC41E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114800" y="4922697"/>
            <a:ext cx="7598664" cy="1197864"/>
          </a:xfrm>
        </p:spPr>
        <p:txBody>
          <a:bodyPr rtlCol="0" anchor="ctr"/>
          <a:lstStyle>
            <a:lvl1pPr marL="283464">
              <a:lnSpc>
                <a:spcPct val="100000"/>
              </a:lnSpc>
              <a:spcBef>
                <a:spcPts val="0"/>
              </a:spcBef>
              <a:defRPr lang="en-US" sz="1800"/>
            </a:lvl1pPr>
            <a:lvl2pPr>
              <a:lnSpc>
                <a:spcPct val="100000"/>
              </a:lnSpc>
              <a:spcBef>
                <a:spcPts val="0"/>
              </a:spcBef>
              <a:defRPr lang="en-US" sz="1600"/>
            </a:lvl2pPr>
            <a:lvl3pPr>
              <a:lnSpc>
                <a:spcPct val="100000"/>
              </a:lnSpc>
              <a:spcBef>
                <a:spcPts val="0"/>
              </a:spcBef>
              <a:defRPr lang="en-US" sz="1400"/>
            </a:lvl3pPr>
            <a:lvl4pPr>
              <a:lnSpc>
                <a:spcPct val="100000"/>
              </a:lnSpc>
              <a:spcBef>
                <a:spcPts val="0"/>
              </a:spcBef>
              <a:defRPr lang="en-US" sz="1200"/>
            </a:lvl4pPr>
            <a:lvl5pPr>
              <a:lnSpc>
                <a:spcPct val="100000"/>
              </a:lnSpc>
              <a:spcBef>
                <a:spcPts val="0"/>
              </a:spcBef>
              <a:defRPr lang="en-US" sz="12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84D792B7-0397-C047-AE12-1A03F7E3DC83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2CC52F6A-0F09-4EBC-A929-3C46E6E4DA50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B8A273E5-D639-4F22-9056-01A62C38E224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596F1646-E658-90F3-D203-86B50D2F5DE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D8793165-641B-DB78-F1A5-573C6041DE9A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B4121FCC-C1AD-FD70-0727-3D611AEFAA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23890A2E-4E9B-29B4-124F-FBBCB462EB7C}"/>
              </a:ext>
            </a:extLst>
          </p:cNvPr>
          <p:cNvCxnSpPr>
            <a:cxnSpLocks/>
          </p:cNvCxnSpPr>
          <p:nvPr userDrawn="1"/>
        </p:nvCxnSpPr>
        <p:spPr>
          <a:xfrm>
            <a:off x="398366" y="2767098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xão Reta 17">
            <a:extLst>
              <a:ext uri="{FF2B5EF4-FFF2-40B4-BE49-F238E27FC236}">
                <a16:creationId xmlns:a16="http://schemas.microsoft.com/office/drawing/2014/main" id="{3256AAD6-732C-A795-FCB1-69CE94E3F1C4}"/>
              </a:ext>
            </a:extLst>
          </p:cNvPr>
          <p:cNvCxnSpPr>
            <a:cxnSpLocks/>
          </p:cNvCxnSpPr>
          <p:nvPr userDrawn="1"/>
        </p:nvCxnSpPr>
        <p:spPr>
          <a:xfrm>
            <a:off x="398366" y="4603773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F2162417-AD43-4C6C-A3F2-EC7D979B702A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348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up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5A4D4F6-5B85-FBD0-E507-B32E94BF2066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pt-PT" noProof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D7666C5-50ED-BD11-EBB3-5068C0F8FE27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pt-PT" noProof="0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2EAF0B87-8A17-7C9D-202E-F0AC8A920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39112" y="64008"/>
            <a:ext cx="8165592" cy="969264"/>
          </a:xfrm>
        </p:spPr>
        <p:txBody>
          <a:bodyPr rtlCol="0"/>
          <a:lstStyle>
            <a:lvl1pPr algn="ctr">
              <a:defRPr lang="en-US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4" name="Marcador de Posição do Texto 2">
            <a:extLst>
              <a:ext uri="{FF2B5EF4-FFF2-40B4-BE49-F238E27FC236}">
                <a16:creationId xmlns:a16="http://schemas.microsoft.com/office/drawing/2014/main" id="{C766325D-8175-9B95-4BB6-87E3195AAD3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67512" y="2155720"/>
            <a:ext cx="2907792" cy="466344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 b="0"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4" name="Marcador de Posição de Conteúdo 2">
            <a:extLst>
              <a:ext uri="{FF2B5EF4-FFF2-40B4-BE49-F238E27FC236}">
                <a16:creationId xmlns:a16="http://schemas.microsoft.com/office/drawing/2014/main" id="{5F9AFE21-B015-59CC-B869-6CA584CD87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1283336"/>
            <a:ext cx="7598664" cy="2211112"/>
          </a:xfrm>
        </p:spPr>
        <p:txBody>
          <a:bodyPr rtlCol="0" anchor="ctr"/>
          <a:lstStyle>
            <a:lvl1pPr marL="283464">
              <a:lnSpc>
                <a:spcPct val="100000"/>
              </a:lnSpc>
              <a:spcBef>
                <a:spcPts val="0"/>
              </a:spcBef>
              <a:defRPr lang="en-US" sz="1800"/>
            </a:lvl1pPr>
            <a:lvl2pPr>
              <a:lnSpc>
                <a:spcPct val="100000"/>
              </a:lnSpc>
              <a:spcBef>
                <a:spcPts val="0"/>
              </a:spcBef>
              <a:defRPr lang="en-US" sz="1600"/>
            </a:lvl2pPr>
            <a:lvl3pPr>
              <a:lnSpc>
                <a:spcPct val="100000"/>
              </a:lnSpc>
              <a:spcBef>
                <a:spcPts val="0"/>
              </a:spcBef>
              <a:defRPr lang="en-US" sz="1400"/>
            </a:lvl3pPr>
            <a:lvl4pPr>
              <a:lnSpc>
                <a:spcPct val="100000"/>
              </a:lnSpc>
              <a:spcBef>
                <a:spcPts val="0"/>
              </a:spcBef>
              <a:defRPr lang="en-US" sz="1200"/>
            </a:lvl4pPr>
            <a:lvl5pPr>
              <a:lnSpc>
                <a:spcPct val="100000"/>
              </a:lnSpc>
              <a:spcBef>
                <a:spcPts val="0"/>
              </a:spcBef>
              <a:defRPr lang="en-US" sz="12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35" name="Marcador de Posição do Texto 4">
            <a:extLst>
              <a:ext uri="{FF2B5EF4-FFF2-40B4-BE49-F238E27FC236}">
                <a16:creationId xmlns:a16="http://schemas.microsoft.com/office/drawing/2014/main" id="{81CCD754-FDAD-02A0-CC23-AE197F4DA1B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67512" y="4856116"/>
            <a:ext cx="2907792" cy="466344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400" b="0">
                <a:latin typeface="+mj-lt"/>
              </a:defRPr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36" name="Marcador de Posição de Conteúdo 2">
            <a:extLst>
              <a:ext uri="{FF2B5EF4-FFF2-40B4-BE49-F238E27FC236}">
                <a16:creationId xmlns:a16="http://schemas.microsoft.com/office/drawing/2014/main" id="{8DA3CBCD-145A-E531-00B6-F66E3BB91D3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114800" y="3983732"/>
            <a:ext cx="7598664" cy="2211112"/>
          </a:xfrm>
        </p:spPr>
        <p:txBody>
          <a:bodyPr rtlCol="0" anchor="ctr"/>
          <a:lstStyle>
            <a:lvl1pPr marL="283464">
              <a:lnSpc>
                <a:spcPct val="100000"/>
              </a:lnSpc>
              <a:spcBef>
                <a:spcPts val="0"/>
              </a:spcBef>
              <a:defRPr lang="en-US" sz="1800"/>
            </a:lvl1pPr>
            <a:lvl2pPr>
              <a:lnSpc>
                <a:spcPct val="100000"/>
              </a:lnSpc>
              <a:spcBef>
                <a:spcPts val="0"/>
              </a:spcBef>
              <a:defRPr lang="en-US" sz="1600"/>
            </a:lvl2pPr>
            <a:lvl3pPr>
              <a:lnSpc>
                <a:spcPct val="100000"/>
              </a:lnSpc>
              <a:spcBef>
                <a:spcPts val="0"/>
              </a:spcBef>
              <a:defRPr lang="en-US" sz="1400"/>
            </a:lvl3pPr>
            <a:lvl4pPr>
              <a:lnSpc>
                <a:spcPct val="100000"/>
              </a:lnSpc>
              <a:spcBef>
                <a:spcPts val="0"/>
              </a:spcBef>
              <a:defRPr lang="en-US" sz="1200"/>
            </a:lvl4pPr>
            <a:lvl5pPr>
              <a:lnSpc>
                <a:spcPct val="100000"/>
              </a:lnSpc>
              <a:spcBef>
                <a:spcPts val="0"/>
              </a:spcBef>
              <a:defRPr lang="en-US" sz="12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27" name="Marcador de Posição do Número do Diapositivo 5">
            <a:extLst>
              <a:ext uri="{FF2B5EF4-FFF2-40B4-BE49-F238E27FC236}">
                <a16:creationId xmlns:a16="http://schemas.microsoft.com/office/drawing/2014/main" id="{C8C7A88B-B5E6-DF17-298C-3F1D6F2B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84D792B7-0397-C047-AE12-1A03F7E3DC83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26" name="Marcador de Posição do Rodapé 4">
            <a:extLst>
              <a:ext uri="{FF2B5EF4-FFF2-40B4-BE49-F238E27FC236}">
                <a16:creationId xmlns:a16="http://schemas.microsoft.com/office/drawing/2014/main" id="{F6BF98F2-CC55-EA67-AFEB-3B9BDA92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25" name="Marcador de Posição da Data 3">
            <a:extLst>
              <a:ext uri="{FF2B5EF4-FFF2-40B4-BE49-F238E27FC236}">
                <a16:creationId xmlns:a16="http://schemas.microsoft.com/office/drawing/2014/main" id="{80D6DCDD-07F4-F7F0-12E1-CAF3B5CC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fld id="{263E52A1-100A-4927-AB13-509358030F6B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28" name="Conexão Reta 27">
            <a:extLst>
              <a:ext uri="{FF2B5EF4-FFF2-40B4-BE49-F238E27FC236}">
                <a16:creationId xmlns:a16="http://schemas.microsoft.com/office/drawing/2014/main" id="{F526EBCF-823D-784A-BF8D-A377758CEB8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xão Reta 28">
            <a:extLst>
              <a:ext uri="{FF2B5EF4-FFF2-40B4-BE49-F238E27FC236}">
                <a16:creationId xmlns:a16="http://schemas.microsoft.com/office/drawing/2014/main" id="{9D6E25F4-4D19-CCBB-9F09-7369C86AAD57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xão Reta 29">
            <a:extLst>
              <a:ext uri="{FF2B5EF4-FFF2-40B4-BE49-F238E27FC236}">
                <a16:creationId xmlns:a16="http://schemas.microsoft.com/office/drawing/2014/main" id="{56A4D074-D2CA-D6E0-115B-1CEDA471F0F3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30">
            <a:extLst>
              <a:ext uri="{FF2B5EF4-FFF2-40B4-BE49-F238E27FC236}">
                <a16:creationId xmlns:a16="http://schemas.microsoft.com/office/drawing/2014/main" id="{DB039A31-257E-2036-4142-307DD91B05C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xão Reta 31">
            <a:extLst>
              <a:ext uri="{FF2B5EF4-FFF2-40B4-BE49-F238E27FC236}">
                <a16:creationId xmlns:a16="http://schemas.microsoft.com/office/drawing/2014/main" id="{139C06B9-E1A2-A881-C800-86FBB69963F9}"/>
              </a:ext>
            </a:extLst>
          </p:cNvPr>
          <p:cNvCxnSpPr>
            <a:cxnSpLocks/>
          </p:cNvCxnSpPr>
          <p:nvPr userDrawn="1"/>
        </p:nvCxnSpPr>
        <p:spPr>
          <a:xfrm>
            <a:off x="398366" y="3739090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xão Reta 32">
            <a:extLst>
              <a:ext uri="{FF2B5EF4-FFF2-40B4-BE49-F238E27FC236}">
                <a16:creationId xmlns:a16="http://schemas.microsoft.com/office/drawing/2014/main" id="{DDDBBDAB-1770-6117-02A2-DF798EAD6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85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33872" y="4389120"/>
            <a:ext cx="4709160" cy="1645920"/>
          </a:xfrm>
        </p:spPr>
        <p:txBody>
          <a:bodyPr rtlCol="0"/>
          <a:lstStyle>
            <a:lvl1pPr algn="ctr">
              <a:defRPr lang="en-US" sz="72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23" name="Marcador de Posição de Conteúdo 2">
            <a:extLst>
              <a:ext uri="{FF2B5EF4-FFF2-40B4-BE49-F238E27FC236}">
                <a16:creationId xmlns:a16="http://schemas.microsoft.com/office/drawing/2014/main" id="{FD728F67-F092-A253-7F58-A329D8F438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11680" y="2130552"/>
            <a:ext cx="8165592" cy="1755648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lang="en-US"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lang="en-US"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lang="en-US"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lang="en-US"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lang="en-US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84D792B7-0397-C047-AE12-1A03F7E3DC83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US">
                <a:solidFill>
                  <a:schemeClr val="accent1"/>
                </a:solidFill>
              </a:defRPr>
            </a:lvl1pPr>
          </a:lstStyle>
          <a:p>
            <a:pPr rtl="0"/>
            <a:fld id="{E6D0298B-A62B-4460-AAEF-0F4B30863148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B9E5CB43-9C58-7065-8F71-3D1335DCA2E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D7C51743-4A18-4275-9C86-2A02654EB16B}"/>
              </a:ext>
            </a:extLst>
          </p:cNvPr>
          <p:cNvSpPr/>
          <p:nvPr userDrawn="1"/>
        </p:nvSpPr>
        <p:spPr>
          <a:xfrm>
            <a:off x="1509823" y="1188365"/>
            <a:ext cx="9172353" cy="448126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pt-PT" noProof="0"/>
          </a:p>
        </p:txBody>
      </p: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50105206-25D5-CAFF-D01A-6C366A0DDD06}"/>
              </a:ext>
            </a:extLst>
          </p:cNvPr>
          <p:cNvCxnSpPr>
            <a:cxnSpLocks/>
          </p:cNvCxnSpPr>
          <p:nvPr userDrawn="1"/>
        </p:nvCxnSpPr>
        <p:spPr>
          <a:xfrm>
            <a:off x="0" y="5208047"/>
            <a:ext cx="583775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xão Reta 21">
            <a:extLst>
              <a:ext uri="{FF2B5EF4-FFF2-40B4-BE49-F238E27FC236}">
                <a16:creationId xmlns:a16="http://schemas.microsoft.com/office/drawing/2014/main" id="{F568D0A6-8634-2DEB-AE13-929FDDFD954E}"/>
              </a:ext>
            </a:extLst>
          </p:cNvPr>
          <p:cNvCxnSpPr>
            <a:cxnSpLocks/>
          </p:cNvCxnSpPr>
          <p:nvPr userDrawn="1"/>
        </p:nvCxnSpPr>
        <p:spPr>
          <a:xfrm>
            <a:off x="10546079" y="5220132"/>
            <a:ext cx="1645921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668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544" y="731520"/>
            <a:ext cx="5952744" cy="1645920"/>
          </a:xfrm>
        </p:spPr>
        <p:txBody>
          <a:bodyPr rtlCol="0"/>
          <a:lstStyle>
            <a:lvl1pPr algn="l">
              <a:defRPr lang="en-US" sz="7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20" name="Marcador de Posição da Imagem 19">
            <a:extLst>
              <a:ext uri="{FF2B5EF4-FFF2-40B4-BE49-F238E27FC236}">
                <a16:creationId xmlns:a16="http://schemas.microsoft.com/office/drawing/2014/main" id="{2AA6941D-E239-2A54-E6C1-1574E59717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872540" cy="6858000"/>
          </a:xfrm>
          <a:ln w="15875">
            <a:solidFill>
              <a:schemeClr val="tx1"/>
            </a:solidFill>
          </a:ln>
        </p:spPr>
        <p:txBody>
          <a:bodyPr rtlCol="0" anchor="ctr"/>
          <a:lstStyle>
            <a:lvl1pPr marL="0" indent="0" algn="ctr">
              <a:buNone/>
              <a:defRPr lang="en-US"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644C3332-D605-38F6-7D05-D7B329747768}"/>
              </a:ext>
            </a:extLst>
          </p:cNvPr>
          <p:cNvCxnSpPr>
            <a:cxnSpLocks/>
          </p:cNvCxnSpPr>
          <p:nvPr userDrawn="1"/>
        </p:nvCxnSpPr>
        <p:spPr>
          <a:xfrm>
            <a:off x="4863079" y="4150757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xão Reta 12">
            <a:extLst>
              <a:ext uri="{FF2B5EF4-FFF2-40B4-BE49-F238E27FC236}">
                <a16:creationId xmlns:a16="http://schemas.microsoft.com/office/drawing/2014/main" id="{67B2C081-8C69-001E-872F-68A1B1E48B94}"/>
              </a:ext>
            </a:extLst>
          </p:cNvPr>
          <p:cNvCxnSpPr>
            <a:cxnSpLocks/>
          </p:cNvCxnSpPr>
          <p:nvPr userDrawn="1"/>
        </p:nvCxnSpPr>
        <p:spPr>
          <a:xfrm>
            <a:off x="4872540" y="5515589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D5613557-EA43-56E7-5DE1-8A9813B2D7EB}"/>
              </a:ext>
            </a:extLst>
          </p:cNvPr>
          <p:cNvCxnSpPr>
            <a:cxnSpLocks/>
          </p:cNvCxnSpPr>
          <p:nvPr userDrawn="1"/>
        </p:nvCxnSpPr>
        <p:spPr>
          <a:xfrm>
            <a:off x="4872540" y="2766534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Posição do Texto 21">
            <a:extLst>
              <a:ext uri="{FF2B5EF4-FFF2-40B4-BE49-F238E27FC236}">
                <a16:creationId xmlns:a16="http://schemas.microsoft.com/office/drawing/2014/main" id="{0CA79F44-DB47-D961-5554-E6CEF0F31D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5545" y="3191256"/>
            <a:ext cx="5953506" cy="73152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lang="en-US" sz="2400" baseline="0">
                <a:latin typeface="+mj-lt"/>
              </a:defRPr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3" name="Marcador de Posição do Texto 21">
            <a:extLst>
              <a:ext uri="{FF2B5EF4-FFF2-40B4-BE49-F238E27FC236}">
                <a16:creationId xmlns:a16="http://schemas.microsoft.com/office/drawing/2014/main" id="{D8CB894C-EA47-EEFE-AB8C-A9B9B10EDF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94782" y="4498848"/>
            <a:ext cx="5953506" cy="73152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lang="en-US" sz="2400" baseline="0">
                <a:latin typeface="+mj-lt"/>
              </a:defRPr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24" name="Marcador de Posição do Texto 21">
            <a:extLst>
              <a:ext uri="{FF2B5EF4-FFF2-40B4-BE49-F238E27FC236}">
                <a16:creationId xmlns:a16="http://schemas.microsoft.com/office/drawing/2014/main" id="{B3C09B13-9367-B435-A76A-9DBB1332F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94782" y="5797296"/>
            <a:ext cx="5953506" cy="73152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lang="en-US" sz="2400" baseline="0">
                <a:latin typeface="+mj-lt"/>
              </a:defRPr>
            </a:lvl1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614101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F77913A3-071A-44D9-E59A-B9C86D99F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39112" y="54864"/>
            <a:ext cx="8165592" cy="969264"/>
          </a:xfrm>
        </p:spPr>
        <p:txBody>
          <a:bodyPr rtlCol="0"/>
          <a:lstStyle>
            <a:lvl1pPr algn="ctr">
              <a:defRPr lang="en-US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9A67C02-F658-3749-9924-99BDA9C1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84D792B7-0397-C047-AE12-1A03F7E3DC83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CB7120C0-232E-AD3B-138D-B65A7AD4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110ABD4-B26A-0940-A80F-399F8FCA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1D5F454D-66B9-4FC9-9E4A-3F54EFD3F28E}" type="datetime3">
              <a:rPr lang="pt-PT" noProof="0" smtClean="0"/>
              <a:t>14.10.26</a:t>
            </a:fld>
            <a:endParaRPr lang="pt-PT" noProof="0"/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394864F6-8550-2BFC-DC03-2BB296DF2E9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4D95A92E-7815-7546-3201-42AEFA654F4C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xão Reta 10">
            <a:extLst>
              <a:ext uri="{FF2B5EF4-FFF2-40B4-BE49-F238E27FC236}">
                <a16:creationId xmlns:a16="http://schemas.microsoft.com/office/drawing/2014/main" id="{0FF23430-1681-F3A4-F071-7C338746014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xão Reta 12">
            <a:extLst>
              <a:ext uri="{FF2B5EF4-FFF2-40B4-BE49-F238E27FC236}">
                <a16:creationId xmlns:a16="http://schemas.microsoft.com/office/drawing/2014/main" id="{47B44D2F-F976-B752-100E-E994C9F0206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943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1DAC1505-F26B-3039-38E3-3A7F7CC7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FC729900-D0C2-4E34-9B48-AC2F97B2ADD6}" type="datetime3">
              <a:rPr lang="pt-PT" noProof="0" smtClean="0"/>
              <a:t>14.10.26</a:t>
            </a:fld>
            <a:endParaRPr lang="pt-PT" noProof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962C2A94-01A4-034C-9AE7-87CF1238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noProof="0"/>
              <a:t>UFCD 0763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E45BEB7-6CEE-98EF-C00B-19BF6407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</a:lstStyle>
          <a:p>
            <a:pPr rtl="0"/>
            <a:fld id="{84D792B7-0397-C047-AE12-1A03F7E3DC83}" type="slidenum">
              <a:rPr lang="pt-PT" noProof="0" smtClean="0"/>
              <a:t>‹nº›</a:t>
            </a:fld>
            <a:endParaRPr lang="pt-PT" noProof="0"/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74912249-F431-4F6C-4213-30FF47C81741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18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D15AA5F-2C28-9886-0D00-5D18198E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2471" y="6517634"/>
            <a:ext cx="95026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n-US"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pPr rtl="0"/>
            <a:fld id="{E103F0EE-3761-41E3-A045-B3884AE563C2}" type="datetime3">
              <a:rPr lang="pt-PT" noProof="0" smtClean="0"/>
              <a:t>14.10.26</a:t>
            </a:fld>
            <a:endParaRPr lang="pt-PT" noProof="0"/>
          </a:p>
        </p:txBody>
      </p:sp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3922ECB-9F56-BDF6-8792-01F55B2E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B62B5B1-8D0B-68C6-B628-3FF8E5DCD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BEF9CC0-D93B-C416-BCCE-87441F99C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n-US"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pPr rtl="0"/>
            <a:fld id="{84D792B7-0397-C047-AE12-1A03F7E3DC83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13" name="Marcador de Posição do Rodapé 4">
            <a:extLst>
              <a:ext uri="{FF2B5EF4-FFF2-40B4-BE49-F238E27FC236}">
                <a16:creationId xmlns:a16="http://schemas.microsoft.com/office/drawing/2014/main" id="{54253F60-8B31-6272-41B3-5C95D6A90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pPr rtl="0"/>
            <a:r>
              <a:rPr lang="pt-PT" noProof="0"/>
              <a:t>UFCD 0763</a:t>
            </a:r>
          </a:p>
        </p:txBody>
      </p:sp>
    </p:spTree>
    <p:extLst>
      <p:ext uri="{BB962C8B-B14F-4D97-AF65-F5344CB8AC3E}">
        <p14:creationId xmlns:p14="http://schemas.microsoft.com/office/powerpoint/2010/main" val="105320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60" r:id="rId4"/>
    <p:sldLayoutId id="2147483670" r:id="rId5"/>
    <p:sldLayoutId id="2147483668" r:id="rId6"/>
    <p:sldLayoutId id="2147483669" r:id="rId7"/>
    <p:sldLayoutId id="2147483667" r:id="rId8"/>
    <p:sldLayoutId id="2147483666" r:id="rId9"/>
    <p:sldLayoutId id="2147483665" r:id="rId10"/>
    <p:sldLayoutId id="2147483653" r:id="rId11"/>
    <p:sldLayoutId id="2147483664" r:id="rId12"/>
    <p:sldLayoutId id="2147483671" r:id="rId13"/>
    <p:sldLayoutId id="2147483663" r:id="rId14"/>
    <p:sldLayoutId id="2147483662" r:id="rId15"/>
    <p:sldLayoutId id="2147483654" r:id="rId16"/>
    <p:sldLayoutId id="214748365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0392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33856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17320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B1341B-74CE-99E1-8A79-DB717AB6E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143" y="3429000"/>
            <a:ext cx="5406625" cy="238658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5600" dirty="0"/>
              <a:t>Router - Equipamento de Rede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D1867331-230D-9C0A-257F-D767A3E56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8199" y="5987282"/>
            <a:ext cx="3829075" cy="530352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1600" dirty="0"/>
              <a:t>UMA APRESENTAÇÃO DE ANA LOPES</a:t>
            </a:r>
          </a:p>
        </p:txBody>
      </p:sp>
      <p:pic>
        <p:nvPicPr>
          <p:cNvPr id="6" name="Marcador de Posição da Imagem 5">
            <a:extLst>
              <a:ext uri="{FF2B5EF4-FFF2-40B4-BE49-F238E27FC236}">
                <a16:creationId xmlns:a16="http://schemas.microsoft.com/office/drawing/2014/main" id="{C260DAAE-F925-11DA-1392-452BA0DFE2E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552"/>
                    </a14:imgEffect>
                    <a14:imgEffect>
                      <a14:saturation sat="76000"/>
                    </a14:imgEffect>
                    <a14:imgEffect>
                      <a14:brightnessContrast bright="-13000" contrast="21000"/>
                    </a14:imgEffect>
                  </a14:imgLayer>
                </a14:imgProps>
              </a:ext>
            </a:extLst>
          </a:blip>
          <a:srcRect l="1489" r="1489"/>
          <a:stretch/>
        </p:blipFill>
        <p:spPr>
          <a:xfrm>
            <a:off x="1289143" y="440217"/>
            <a:ext cx="9663992" cy="2327086"/>
          </a:xfrm>
        </p:spPr>
      </p:pic>
      <p:sp>
        <p:nvSpPr>
          <p:cNvPr id="5" name="Marcador de Posição do Rodapé 7">
            <a:extLst>
              <a:ext uri="{FF2B5EF4-FFF2-40B4-BE49-F238E27FC236}">
                <a16:creationId xmlns:a16="http://schemas.microsoft.com/office/drawing/2014/main" id="{71023D97-617F-60EF-49FA-36ABE5310F49}"/>
              </a:ext>
            </a:extLst>
          </p:cNvPr>
          <p:cNvSpPr txBox="1">
            <a:spLocks/>
          </p:cNvSpPr>
          <p:nvPr/>
        </p:nvSpPr>
        <p:spPr>
          <a:xfrm>
            <a:off x="5339822" y="6517634"/>
            <a:ext cx="1562633" cy="274320"/>
          </a:xfrm>
          <a:prstGeom prst="rect">
            <a:avLst/>
          </a:prstGeom>
        </p:spPr>
        <p:txBody>
          <a:bodyPr/>
          <a:lstStyle>
            <a:defPPr rtl="0">
              <a:defRPr lang="en-US"/>
            </a:defPPr>
            <a:lvl1pPr marL="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spc="300" dirty="0">
                <a:solidFill>
                  <a:schemeClr val="accent5"/>
                </a:solidFill>
                <a:latin typeface="Gill Sans Nova Light" panose="020B0302020104020203" pitchFamily="34" charset="0"/>
              </a:rPr>
              <a:t>UFCD 0763</a:t>
            </a:r>
          </a:p>
        </p:txBody>
      </p:sp>
      <p:sp>
        <p:nvSpPr>
          <p:cNvPr id="7" name="Marcador de Posição do Número do Diapositivo 8">
            <a:extLst>
              <a:ext uri="{FF2B5EF4-FFF2-40B4-BE49-F238E27FC236}">
                <a16:creationId xmlns:a16="http://schemas.microsoft.com/office/drawing/2014/main" id="{C2D70984-5F0E-8F67-F99A-94058D6E78B5}"/>
              </a:ext>
            </a:extLst>
          </p:cNvPr>
          <p:cNvSpPr txBox="1">
            <a:spLocks/>
          </p:cNvSpPr>
          <p:nvPr/>
        </p:nvSpPr>
        <p:spPr>
          <a:xfrm>
            <a:off x="587143" y="6517634"/>
            <a:ext cx="950258" cy="274320"/>
          </a:xfrm>
          <a:prstGeom prst="rect">
            <a:avLst/>
          </a:prstGeom>
        </p:spPr>
        <p:txBody>
          <a:bodyPr/>
          <a:lstStyle>
            <a:defPPr rtl="0">
              <a:defRPr lang="en-US"/>
            </a:defPPr>
            <a:lvl1pPr marL="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D792B7-0397-C047-AE12-1A03F7E3DC83}" type="slidenum">
              <a:rPr lang="pt-PT" sz="1400" smtClean="0">
                <a:solidFill>
                  <a:schemeClr val="accent5"/>
                </a:solidFill>
                <a:latin typeface="Gill Sans Nova Light" panose="020B0302020104020203" pitchFamily="34" charset="0"/>
              </a:rPr>
              <a:pPr/>
              <a:t>1</a:t>
            </a:fld>
            <a:endParaRPr lang="pt-PT" sz="1400" dirty="0">
              <a:solidFill>
                <a:schemeClr val="accent5"/>
              </a:solidFill>
              <a:latin typeface="Gill Sans Nova Light" panose="020B0302020104020203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ED692A-0360-1970-2510-5E663AD965D4}"/>
              </a:ext>
            </a:extLst>
          </p:cNvPr>
          <p:cNvSpPr txBox="1"/>
          <p:nvPr/>
        </p:nvSpPr>
        <p:spPr>
          <a:xfrm>
            <a:off x="10675380" y="6473792"/>
            <a:ext cx="1287749" cy="38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fld id="{E31AD063-ECFC-4A89-BF79-C06788E1B10C}" type="datetime3">
              <a:rPr lang="pt-PT" sz="1400" spc="300" noProof="0" smtClean="0">
                <a:solidFill>
                  <a:schemeClr val="accent5"/>
                </a:solidFill>
                <a:latin typeface="Gill Sans Nova Light" panose="020B0302020104020203" pitchFamily="34" charset="0"/>
              </a:rPr>
              <a:pPr>
                <a:lnSpc>
                  <a:spcPct val="150000"/>
                </a:lnSpc>
              </a:pPr>
              <a:t>14.10.26</a:t>
            </a:fld>
            <a:endParaRPr lang="pt-PT" spc="300" dirty="0">
              <a:solidFill>
                <a:schemeClr val="accent5"/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62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DBBD9FBF-BDEA-E2A9-5AC0-F365EF1C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524" y="177887"/>
            <a:ext cx="5142959" cy="1472448"/>
          </a:xfrm>
        </p:spPr>
        <p:txBody>
          <a:bodyPr rtlCol="0"/>
          <a:lstStyle>
            <a:defPPr>
              <a:defRPr lang="en-US"/>
            </a:defPPr>
          </a:lstStyle>
          <a:p>
            <a:r>
              <a:rPr lang="pt-PT" sz="3900" dirty="0"/>
              <a:t>O que é um Router?</a:t>
            </a:r>
          </a:p>
        </p:txBody>
      </p:sp>
      <p:pic>
        <p:nvPicPr>
          <p:cNvPr id="6" name="Marcador de Posição da Imagem 5">
            <a:extLst>
              <a:ext uri="{FF2B5EF4-FFF2-40B4-BE49-F238E27FC236}">
                <a16:creationId xmlns:a16="http://schemas.microsoft.com/office/drawing/2014/main" id="{51A06734-9234-687F-E232-56B8B04C89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162"/>
                    </a14:imgEffect>
                    <a14:imgEffect>
                      <a14:saturation sat="135000"/>
                    </a14:imgEffect>
                    <a14:imgEffect>
                      <a14:brightnessContrast bright="-14000" contrast="-38000"/>
                    </a14:imgEffect>
                  </a14:imgLayer>
                </a14:imgProps>
              </a:ext>
            </a:extLst>
          </a:blip>
          <a:srcRect t="536" b="536"/>
          <a:stretch/>
        </p:blipFill>
        <p:spPr>
          <a:xfrm>
            <a:off x="-1" y="0"/>
            <a:ext cx="4875373" cy="6855495"/>
          </a:xfrm>
        </p:spPr>
      </p:pic>
      <p:graphicFrame>
        <p:nvGraphicFramePr>
          <p:cNvPr id="11" name="Mesa 11">
            <a:extLst>
              <a:ext uri="{FF2B5EF4-FFF2-40B4-BE49-F238E27FC236}">
                <a16:creationId xmlns:a16="http://schemas.microsoft.com/office/drawing/2014/main" id="{0B69E8E6-9D16-D9E3-B5C1-6F6E6588B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561369"/>
              </p:ext>
            </p:extLst>
          </p:nvPr>
        </p:nvGraphicFramePr>
        <p:xfrm>
          <a:off x="4875373" y="1938306"/>
          <a:ext cx="7335836" cy="4128830"/>
        </p:xfrm>
        <a:graphic>
          <a:graphicData uri="http://schemas.openxmlformats.org/drawingml/2006/table">
            <a:tbl>
              <a:tblPr firstRow="1" bandRow="1"/>
              <a:tblGrid>
                <a:gridCol w="797385">
                  <a:extLst>
                    <a:ext uri="{9D8B030D-6E8A-4147-A177-3AD203B41FA5}">
                      <a16:colId xmlns:a16="http://schemas.microsoft.com/office/drawing/2014/main" val="1680321436"/>
                    </a:ext>
                  </a:extLst>
                </a:gridCol>
                <a:gridCol w="6538451">
                  <a:extLst>
                    <a:ext uri="{9D8B030D-6E8A-4147-A177-3AD203B41FA5}">
                      <a16:colId xmlns:a16="http://schemas.microsoft.com/office/drawing/2014/main" val="1621479666"/>
                    </a:ext>
                  </a:extLst>
                </a:gridCol>
              </a:tblGrid>
              <a:tr h="825766"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marL="0" indent="0" algn="ctr" rtl="0">
                        <a:buFont typeface="Wingdings" panose="05000000000000000000" pitchFamily="2" charset="2"/>
                        <a:buNone/>
                      </a:pPr>
                      <a:r>
                        <a:rPr lang="pt-PT" sz="2400" noProof="0" dirty="0"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/>
                      </a:pPr>
                      <a:r>
                        <a:rPr lang="pt-PT" sz="2000" noProof="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É um equipamento de rede</a:t>
                      </a:r>
                    </a:p>
                  </a:txBody>
                  <a:tcPr marL="41148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8244635"/>
                  </a:ext>
                </a:extLst>
              </a:tr>
              <a:tr h="825766"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pt-PT" sz="2400" noProof="0" dirty="0"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/>
                      </a:pPr>
                      <a:r>
                        <a:rPr lang="pt-PT" sz="2000" noProof="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Liga diferentes dispositivos à internet</a:t>
                      </a:r>
                    </a:p>
                  </a:txBody>
                  <a:tcPr marL="41148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13436"/>
                  </a:ext>
                </a:extLst>
              </a:tr>
              <a:tr h="825766"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pt-PT" sz="2400" noProof="0" dirty="0">
                          <a:latin typeface="+mj-lt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/>
                      </a:pPr>
                      <a:r>
                        <a:rPr lang="pt-PT" sz="2000" noProof="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Permite a comunicação entre redes</a:t>
                      </a:r>
                    </a:p>
                  </a:txBody>
                  <a:tcPr marL="41148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8392374"/>
                  </a:ext>
                </a:extLst>
              </a:tr>
              <a:tr h="825766"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r>
                        <a:rPr lang="pt-PT" sz="2400" noProof="0" dirty="0"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/>
                      </a:pPr>
                      <a:r>
                        <a:rPr lang="pt-PT" sz="2000" noProof="0" dirty="0">
                          <a:latin typeface="Felix Titling" panose="020F0502020204030204" pitchFamily="34" charset="0"/>
                          <a:cs typeface="Felix Titling" panose="020F0502020204030204" pitchFamily="34" charset="0"/>
                        </a:rPr>
                        <a:t>É utilizado em casas, empresas e escolas</a:t>
                      </a:r>
                    </a:p>
                  </a:txBody>
                  <a:tcPr marL="41148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282632"/>
                  </a:ext>
                </a:extLst>
              </a:tr>
              <a:tr h="825766">
                <a:tc gridSpan="2"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algn="ctr" rtl="0"/>
                      <a:endParaRPr lang="pt-PT" sz="2400" noProof="0" dirty="0"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>
                      <a:defPPr>
                        <a:defRPr lang="en-U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/>
                      </a:pPr>
                      <a:endParaRPr lang="pt-PT" sz="2400" noProof="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2909531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3780676B-A8A3-8693-C186-4635AC4E8912}"/>
              </a:ext>
            </a:extLst>
          </p:cNvPr>
          <p:cNvSpPr txBox="1"/>
          <p:nvPr/>
        </p:nvSpPr>
        <p:spPr>
          <a:xfrm>
            <a:off x="5225524" y="5585318"/>
            <a:ext cx="663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/>
              <a:t>O ROUTER É RESPONSÁVEL POR ENCAMINHAR OS DADOS ENTRE OS DISPOSITIVOS E A INTERNET.</a:t>
            </a:r>
          </a:p>
        </p:txBody>
      </p:sp>
      <p:sp>
        <p:nvSpPr>
          <p:cNvPr id="3" name="Marcador de Posição do Rodapé 4">
            <a:extLst>
              <a:ext uri="{FF2B5EF4-FFF2-40B4-BE49-F238E27FC236}">
                <a16:creationId xmlns:a16="http://schemas.microsoft.com/office/drawing/2014/main" id="{C399B2C2-7A12-43FD-2E9D-553108402DF1}"/>
              </a:ext>
            </a:extLst>
          </p:cNvPr>
          <p:cNvSpPr txBox="1">
            <a:spLocks/>
          </p:cNvSpPr>
          <p:nvPr/>
        </p:nvSpPr>
        <p:spPr>
          <a:xfrm>
            <a:off x="5330780" y="6581175"/>
            <a:ext cx="1530440" cy="276825"/>
          </a:xfrm>
          <a:prstGeom prst="rect">
            <a:avLst/>
          </a:prstGeom>
        </p:spPr>
        <p:txBody>
          <a:bodyPr/>
          <a:lstStyle>
            <a:defPPr rtl="0">
              <a:defRPr lang="en-US"/>
            </a:defPPr>
            <a:lvl1pPr marL="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 spc="300" dirty="0">
                <a:latin typeface="Gill Sans Nova Light" panose="020B0302020104020203" pitchFamily="34" charset="0"/>
              </a:rPr>
              <a:t>UFCD 0763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AE2D7D-9887-978E-AE1C-66C49AC0E047}"/>
              </a:ext>
            </a:extLst>
          </p:cNvPr>
          <p:cNvSpPr txBox="1"/>
          <p:nvPr/>
        </p:nvSpPr>
        <p:spPr>
          <a:xfrm>
            <a:off x="11074381" y="6550223"/>
            <a:ext cx="1141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988791AB-3035-4BBA-A6AD-2A4DEB9AE473}" type="datetime3">
              <a:rPr lang="pt-PT" sz="1400" spc="300" noProof="0" smtClean="0">
                <a:latin typeface="Gill Sans Nova Light" panose="020B0302020104020203" pitchFamily="34" charset="0"/>
              </a:rPr>
              <a:pPr/>
              <a:t>14.10.26</a:t>
            </a:fld>
            <a:endParaRPr lang="pt-PT" sz="1400" spc="300" dirty="0">
              <a:latin typeface="Gill Sans Nova Light" panose="020B0302020104020203" pitchFamily="34" charset="0"/>
            </a:endParaRP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27834E8-B3C5-A0E7-B39E-720C1C087EC4}"/>
              </a:ext>
            </a:extLst>
          </p:cNvPr>
          <p:cNvSpPr txBox="1">
            <a:spLocks/>
          </p:cNvSpPr>
          <p:nvPr/>
        </p:nvSpPr>
        <p:spPr>
          <a:xfrm>
            <a:off x="49161" y="6581175"/>
            <a:ext cx="950258" cy="274320"/>
          </a:xfrm>
          <a:prstGeom prst="rect">
            <a:avLst/>
          </a:prstGeom>
        </p:spPr>
        <p:txBody>
          <a:bodyPr/>
          <a:lstStyle>
            <a:defPPr rtl="0">
              <a:defRPr lang="en-US"/>
            </a:defPPr>
            <a:lvl1pPr marL="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D792B7-0397-C047-AE12-1A03F7E3DC83}" type="slidenum">
              <a:rPr lang="pt-PT" sz="1200" smtClean="0">
                <a:solidFill>
                  <a:schemeClr val="accent5"/>
                </a:solidFill>
                <a:latin typeface="Gill Sans Nova Light" panose="020B0302020104020203" pitchFamily="34" charset="0"/>
              </a:rPr>
              <a:pPr/>
              <a:t>2</a:t>
            </a:fld>
            <a:endParaRPr lang="pt-PT" dirty="0">
              <a:solidFill>
                <a:schemeClr val="accent5"/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21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59025BC-7A1A-3FAF-3BC0-13AF568A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029" y="529145"/>
            <a:ext cx="4973444" cy="1486596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3900" dirty="0"/>
              <a:t>Características do Router</a:t>
            </a:r>
          </a:p>
        </p:txBody>
      </p:sp>
      <p:pic>
        <p:nvPicPr>
          <p:cNvPr id="6" name="Marcador de Posição da Imagem 5">
            <a:extLst>
              <a:ext uri="{FF2B5EF4-FFF2-40B4-BE49-F238E27FC236}">
                <a16:creationId xmlns:a16="http://schemas.microsoft.com/office/drawing/2014/main" id="{E06013D7-A986-C5B1-63AC-31DEC6FB89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t="1" b="1"/>
          <a:stretch/>
        </p:blipFill>
        <p:spPr>
          <a:xfrm>
            <a:off x="1340805" y="701237"/>
            <a:ext cx="3546155" cy="5455525"/>
          </a:xfrm>
        </p:spPr>
      </p:pic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845857D-3CF7-FDA1-F422-EB36ACE2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58583" y="6517634"/>
            <a:ext cx="1121041" cy="274320"/>
          </a:xfrm>
        </p:spPr>
        <p:txBody>
          <a:bodyPr/>
          <a:lstStyle/>
          <a:p>
            <a:pPr rtl="0"/>
            <a:fld id="{988791AB-3035-4BBA-A6AD-2A4DEB9AE473}" type="datetime3">
              <a:rPr lang="pt-PT" noProof="0" smtClean="0"/>
              <a:t>14.10.26</a:t>
            </a:fld>
            <a:endParaRPr lang="pt-PT" noProof="0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312F356-68E8-B1F4-68BE-7E5D6C591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 dirty="0"/>
              <a:t>UFCD 0763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51B38DE-BE78-7373-3609-63E40623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4D792B7-0397-C047-AE12-1A03F7E3DC83}" type="slidenum">
              <a:rPr lang="pt-PT" noProof="0" smtClean="0"/>
              <a:pPr rtl="0"/>
              <a:t>3</a:t>
            </a:fld>
            <a:endParaRPr lang="pt-PT" noProof="0" dirty="0"/>
          </a:p>
        </p:txBody>
      </p:sp>
      <p:sp>
        <p:nvSpPr>
          <p:cNvPr id="18" name="Marcador de Posição de Conteúdo 17">
            <a:extLst>
              <a:ext uri="{FF2B5EF4-FFF2-40B4-BE49-F238E27FC236}">
                <a16:creationId xmlns:a16="http://schemas.microsoft.com/office/drawing/2014/main" id="{BB18230C-81EE-2896-AF44-82953FE68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680" y="2015741"/>
            <a:ext cx="5440234" cy="4396232"/>
          </a:xfrm>
        </p:spPr>
        <p:txBody>
          <a:bodyPr/>
          <a:lstStyle/>
          <a:p>
            <a:pPr marL="0" indent="0" rtl="0" eaLnBrk="1" fontAlgn="ctr" latinLnBrk="0" hangingPunct="1">
              <a:buNone/>
            </a:pPr>
            <a:endParaRPr lang="pt-PT" sz="16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rtl="0" eaLnBrk="1" fontAlgn="auto" latinLnBrk="0" hangingPunct="1">
              <a:buNone/>
            </a:pPr>
            <a:r>
              <a:rPr lang="pt-PT" sz="24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  <a:cs typeface="Felix Titling" panose="04060505060202020A04" pitchFamily="82" charset="0"/>
              </a:rPr>
              <a:t>1</a:t>
            </a:r>
            <a:r>
              <a:rPr lang="pt-PT" sz="20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  <a:cs typeface="Felix Titling" panose="04060505060202020A04" pitchFamily="82" charset="0"/>
              </a:rPr>
              <a:t>    Ligação por cabo e Wi-Fi</a:t>
            </a:r>
            <a:endParaRPr lang="pt-PT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rtl="0" eaLnBrk="1" fontAlgn="auto" latinLnBrk="0" hangingPunct="1">
              <a:buNone/>
            </a:pPr>
            <a:r>
              <a:rPr lang="pt-PT" sz="24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  <a:cs typeface="Felix Titling" panose="04060505060202020A04" pitchFamily="82" charset="0"/>
              </a:rPr>
              <a:t>2</a:t>
            </a:r>
            <a:r>
              <a:rPr lang="pt-PT" sz="20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  <a:cs typeface="Felix Titling" panose="04060505060202020A04" pitchFamily="82" charset="0"/>
              </a:rPr>
              <a:t>   Possui portas Ethernet</a:t>
            </a:r>
            <a:endParaRPr lang="pt-PT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pt-PT" sz="24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  <a:cs typeface="Felix Titling" panose="04060505060202020A04" pitchFamily="82" charset="0"/>
              </a:rPr>
              <a:t>3  </a:t>
            </a:r>
            <a:r>
              <a:rPr lang="pt-PT" sz="20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  <a:cs typeface="Felix Titling" panose="04060505060202020A04" pitchFamily="82" charset="0"/>
              </a:rPr>
              <a:t>Distribui internet para vários         dispositivos</a:t>
            </a:r>
            <a:endParaRPr lang="pt-PT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rtl="0" eaLnBrk="1" fontAlgn="auto" latinLnBrk="0" hangingPunct="1">
              <a:buNone/>
            </a:pPr>
            <a:r>
              <a:rPr lang="pt-PT" sz="24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  <a:cs typeface="Felix Titling" panose="04060505060202020A04" pitchFamily="82" charset="0"/>
              </a:rPr>
              <a:t>4</a:t>
            </a:r>
            <a:r>
              <a:rPr lang="pt-PT" sz="20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  <a:cs typeface="Felix Titling" panose="04060505060202020A04" pitchFamily="82" charset="0"/>
              </a:rPr>
              <a:t>   Pode ter firewall integrada</a:t>
            </a:r>
            <a:endParaRPr lang="pt-PT" b="0" i="0" u="none" strike="noStrike" dirty="0">
              <a:effectLst/>
              <a:latin typeface="Arial" panose="020B0604020202020204" pitchFamily="34" charset="0"/>
            </a:endParaRPr>
          </a:p>
          <a:p>
            <a:pPr marL="0" rtl="0" eaLnBrk="1" fontAlgn="ctr" latinLnBrk="0" hangingPunct="1">
              <a:buNone/>
            </a:pPr>
            <a:r>
              <a:rPr lang="pt-PT" sz="24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</a:rPr>
              <a:t>5</a:t>
            </a:r>
            <a:r>
              <a:rPr lang="pt-PT" sz="20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</a:rPr>
              <a:t>   Permite configurar palavras-    passe</a:t>
            </a:r>
            <a:endParaRPr lang="pt-PT" dirty="0">
              <a:latin typeface="Arial" panose="020B0604020202020204" pitchFamily="34" charset="0"/>
            </a:endParaRPr>
          </a:p>
          <a:p>
            <a:pPr marL="0" rtl="0" eaLnBrk="1" fontAlgn="ctr" latinLnBrk="0" hangingPunct="1">
              <a:buNone/>
            </a:pPr>
            <a:r>
              <a:rPr lang="pt-PT" sz="24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</a:rPr>
              <a:t>6</a:t>
            </a:r>
            <a:r>
              <a:rPr lang="pt-PT" sz="2000" b="0" i="0" u="none" strike="noStrike" kern="1200" dirty="0">
                <a:solidFill>
                  <a:srgbClr val="F4F0ED"/>
                </a:solidFill>
                <a:effectLst/>
                <a:latin typeface="Felix Titling" panose="04060505060202020A04" pitchFamily="82" charset="0"/>
              </a:rPr>
              <a:t>   Tem diferentes velocidades</a:t>
            </a:r>
            <a:endParaRPr lang="pt-PT" b="0" i="0" u="none" strike="noStrike" dirty="0">
              <a:effectLst/>
              <a:latin typeface="Arial" panose="020B0604020202020204" pitchFamily="34" charset="0"/>
            </a:endParaRP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6885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5B19C86-33A9-9600-DA3A-926F0E8A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578763"/>
            <a:ext cx="7187184" cy="143256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3900" dirty="0">
                <a:latin typeface="Felix Titling" pitchFamily="82" charset="77"/>
              </a:rPr>
              <a:t>Forma de Funcionamento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564C4B61-4FF1-B5E2-765D-7400F5986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832" y="5279265"/>
            <a:ext cx="7260541" cy="709335"/>
          </a:xfrm>
        </p:spPr>
        <p:txBody>
          <a:bodyPr rtlCol="0">
            <a:normAutofit fontScale="92500" lnSpcReduction="10000"/>
          </a:bodyPr>
          <a:lstStyle>
            <a:defPPr>
              <a:defRPr lang="en-US"/>
            </a:defPPr>
          </a:lstStyle>
          <a:p>
            <a:pPr algn="ctr" rtl="0"/>
            <a:r>
              <a:rPr lang="pt-PT" sz="2200" b="1" dirty="0">
                <a:latin typeface="+mn-lt"/>
              </a:rPr>
              <a:t>O ROUTER FUNCIONA COMO UM “GESTOR” DA</a:t>
            </a:r>
          </a:p>
          <a:p>
            <a:pPr algn="ctr" rtl="0"/>
            <a:r>
              <a:rPr lang="pt-PT" sz="2200" b="1" dirty="0">
                <a:latin typeface="+mn-lt"/>
              </a:rPr>
              <a:t> REDE.</a:t>
            </a:r>
          </a:p>
          <a:p>
            <a:pPr algn="ctr" rtl="0"/>
            <a:endParaRPr lang="pt-PT" sz="2000" dirty="0">
              <a:latin typeface="+mj-lt"/>
            </a:endParaRPr>
          </a:p>
        </p:txBody>
      </p:sp>
      <p:pic>
        <p:nvPicPr>
          <p:cNvPr id="7" name="Marcador de Posição da Imagem 6">
            <a:extLst>
              <a:ext uri="{FF2B5EF4-FFF2-40B4-BE49-F238E27FC236}">
                <a16:creationId xmlns:a16="http://schemas.microsoft.com/office/drawing/2014/main" id="{08CD0943-0707-E64B-AF0B-E420B4D0A1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579"/>
                    </a14:imgEffect>
                    <a14:imgEffect>
                      <a14:saturation sat="91000"/>
                    </a14:imgEffect>
                    <a14:imgEffect>
                      <a14:brightnessContrast bright="1000" contrast="-45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747760" y="773038"/>
            <a:ext cx="2712174" cy="5311923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8" name="Marcador de Posição da Data 7">
            <a:extLst>
              <a:ext uri="{FF2B5EF4-FFF2-40B4-BE49-F238E27FC236}">
                <a16:creationId xmlns:a16="http://schemas.microsoft.com/office/drawing/2014/main" id="{937CE46B-0787-B167-BE05-FCEF153F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0" y="6517634"/>
            <a:ext cx="1071689" cy="274320"/>
          </a:xfrm>
        </p:spPr>
        <p:txBody>
          <a:bodyPr/>
          <a:lstStyle/>
          <a:p>
            <a:pPr rtl="0"/>
            <a:fld id="{366B4297-3451-4B6B-8DBA-FCB20742915A}" type="datetime3">
              <a:rPr lang="pt-PT" noProof="0" smtClean="0"/>
              <a:t>14.10.26</a:t>
            </a:fld>
            <a:endParaRPr lang="pt-PT" noProof="0" dirty="0"/>
          </a:p>
        </p:txBody>
      </p:sp>
      <p:sp>
        <p:nvSpPr>
          <p:cNvPr id="9" name="Marcador de Posição do Rodapé 8">
            <a:extLst>
              <a:ext uri="{FF2B5EF4-FFF2-40B4-BE49-F238E27FC236}">
                <a16:creationId xmlns:a16="http://schemas.microsoft.com/office/drawing/2014/main" id="{77F362A6-7225-6C7B-8C80-A33664758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/>
              <a:t>UFCD 0763</a:t>
            </a:r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8A2306A0-BA08-E1B7-0948-924B2870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4D792B7-0397-C047-AE12-1A03F7E3DC83}" type="slidenum">
              <a:rPr lang="pt-PT" noProof="0" smtClean="0"/>
              <a:pPr rtl="0"/>
              <a:t>4</a:t>
            </a:fld>
            <a:endParaRPr lang="pt-PT" noProof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8A14CAA-5415-3D6E-3FF7-A6AD8A8FF456}"/>
              </a:ext>
            </a:extLst>
          </p:cNvPr>
          <p:cNvSpPr txBox="1"/>
          <p:nvPr/>
        </p:nvSpPr>
        <p:spPr>
          <a:xfrm>
            <a:off x="941832" y="2275840"/>
            <a:ext cx="6099048" cy="2810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>
                <a:latin typeface="+mj-lt"/>
              </a:rPr>
              <a:t>1    O router recebe internet do modem</a:t>
            </a:r>
          </a:p>
          <a:p>
            <a:pPr marL="457200" indent="-457200">
              <a:lnSpc>
                <a:spcPct val="150000"/>
              </a:lnSpc>
              <a:buAutoNum type="arabicPlain" startAt="2"/>
            </a:pPr>
            <a:r>
              <a:rPr lang="pt-PT" sz="2000" dirty="0">
                <a:latin typeface="+mj-lt"/>
              </a:rPr>
              <a:t>Analisa os dados recebidos</a:t>
            </a:r>
          </a:p>
          <a:p>
            <a:pPr>
              <a:lnSpc>
                <a:spcPct val="150000"/>
              </a:lnSpc>
            </a:pPr>
            <a:r>
              <a:rPr lang="pt-PT" sz="2000" dirty="0">
                <a:latin typeface="+mj-lt"/>
              </a:rPr>
              <a:t>3    Encaminha os dados para o dispositivo correto</a:t>
            </a:r>
          </a:p>
          <a:p>
            <a:pPr>
              <a:lnSpc>
                <a:spcPct val="150000"/>
              </a:lnSpc>
            </a:pPr>
            <a:r>
              <a:rPr lang="pt-PT" sz="2000" dirty="0">
                <a:latin typeface="+mj-lt"/>
              </a:rPr>
              <a:t>4    Permite a comunicação entre vários equipamentos</a:t>
            </a:r>
          </a:p>
        </p:txBody>
      </p:sp>
    </p:spTree>
    <p:extLst>
      <p:ext uri="{BB962C8B-B14F-4D97-AF65-F5344CB8AC3E}">
        <p14:creationId xmlns:p14="http://schemas.microsoft.com/office/powerpoint/2010/main" val="214692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207CC-F57D-C682-BCC1-97ABF3D0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357" y="192024"/>
            <a:ext cx="9813102" cy="722376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3900" dirty="0"/>
              <a:t>Tipos de Router</a:t>
            </a:r>
          </a:p>
        </p:txBody>
      </p:sp>
      <p:sp>
        <p:nvSpPr>
          <p:cNvPr id="11" name="Marcador de Posição da Data 10">
            <a:extLst>
              <a:ext uri="{FF2B5EF4-FFF2-40B4-BE49-F238E27FC236}">
                <a16:creationId xmlns:a16="http://schemas.microsoft.com/office/drawing/2014/main" id="{54F1B484-1933-2ACE-40C6-6EA98DE6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0" y="6517634"/>
            <a:ext cx="1051369" cy="274320"/>
          </a:xfrm>
        </p:spPr>
        <p:txBody>
          <a:bodyPr/>
          <a:lstStyle/>
          <a:p>
            <a:pPr rtl="0"/>
            <a:fld id="{9E2E376D-7E40-4D7C-A99A-8C39FDF587AD}" type="datetime3">
              <a:rPr lang="pt-PT" noProof="0" smtClean="0"/>
              <a:t>14.10.26</a:t>
            </a:fld>
            <a:endParaRPr lang="pt-PT" noProof="0" dirty="0"/>
          </a:p>
        </p:txBody>
      </p:sp>
      <p:sp>
        <p:nvSpPr>
          <p:cNvPr id="12" name="Marcador de Posição do Rodapé 11">
            <a:extLst>
              <a:ext uri="{FF2B5EF4-FFF2-40B4-BE49-F238E27FC236}">
                <a16:creationId xmlns:a16="http://schemas.microsoft.com/office/drawing/2014/main" id="{B108C963-33FE-2C34-C825-10F54E68B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/>
              <a:t>UFCD 0763</a:t>
            </a:r>
          </a:p>
        </p:txBody>
      </p:sp>
      <p:sp>
        <p:nvSpPr>
          <p:cNvPr id="13" name="Marcador de Posição do Número do Diapositivo 12">
            <a:extLst>
              <a:ext uri="{FF2B5EF4-FFF2-40B4-BE49-F238E27FC236}">
                <a16:creationId xmlns:a16="http://schemas.microsoft.com/office/drawing/2014/main" id="{39BB6695-1740-0DA3-5BD5-3D7489A6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4D792B7-0397-C047-AE12-1A03F7E3DC83}" type="slidenum">
              <a:rPr lang="pt-PT" noProof="0" smtClean="0"/>
              <a:pPr rtl="0"/>
              <a:t>5</a:t>
            </a:fld>
            <a:endParaRPr lang="pt-PT" noProof="0"/>
          </a:p>
        </p:txBody>
      </p:sp>
      <p:pic>
        <p:nvPicPr>
          <p:cNvPr id="87" name="Marcador de Posição da Imagem 37">
            <a:extLst>
              <a:ext uri="{FF2B5EF4-FFF2-40B4-BE49-F238E27FC236}">
                <a16:creationId xmlns:a16="http://schemas.microsoft.com/office/drawing/2014/main" id="{1531CEEF-1003-973C-46E2-2B2D072C16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73473" y="1254754"/>
            <a:ext cx="1609344" cy="16093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</p:pic>
      <p:sp>
        <p:nvSpPr>
          <p:cNvPr id="89" name="Marcador de Posição do Texto 6">
            <a:extLst>
              <a:ext uri="{FF2B5EF4-FFF2-40B4-BE49-F238E27FC236}">
                <a16:creationId xmlns:a16="http://schemas.microsoft.com/office/drawing/2014/main" id="{362D0C19-9EA0-2974-13DE-066BD567E2F2}"/>
              </a:ext>
            </a:extLst>
          </p:cNvPr>
          <p:cNvSpPr txBox="1">
            <a:spLocks/>
          </p:cNvSpPr>
          <p:nvPr/>
        </p:nvSpPr>
        <p:spPr>
          <a:xfrm>
            <a:off x="2232325" y="3039872"/>
            <a:ext cx="1691640" cy="574034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t">
            <a:no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>
                <a:latin typeface="+mj-lt"/>
              </a:rPr>
              <a:t>ROUTER DOMÉSTICO</a:t>
            </a:r>
          </a:p>
        </p:txBody>
      </p:sp>
      <p:pic>
        <p:nvPicPr>
          <p:cNvPr id="90" name="Marcador de Posição da Imagem 35">
            <a:extLst>
              <a:ext uri="{FF2B5EF4-FFF2-40B4-BE49-F238E27FC236}">
                <a16:creationId xmlns:a16="http://schemas.microsoft.com/office/drawing/2014/main" id="{B75CF84B-1DA6-F37C-7500-5D42D39D67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34385" y="1254754"/>
            <a:ext cx="1609344" cy="16093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</p:pic>
      <p:sp>
        <p:nvSpPr>
          <p:cNvPr id="92" name="Marcador de Posição do Texto 8">
            <a:extLst>
              <a:ext uri="{FF2B5EF4-FFF2-40B4-BE49-F238E27FC236}">
                <a16:creationId xmlns:a16="http://schemas.microsoft.com/office/drawing/2014/main" id="{D5584CAE-30DD-F543-646B-6F0A8087B188}"/>
              </a:ext>
            </a:extLst>
          </p:cNvPr>
          <p:cNvSpPr txBox="1">
            <a:spLocks/>
          </p:cNvSpPr>
          <p:nvPr/>
        </p:nvSpPr>
        <p:spPr>
          <a:xfrm>
            <a:off x="5093237" y="2972810"/>
            <a:ext cx="1691640" cy="641096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t">
            <a:no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>
                <a:latin typeface="+mj-lt"/>
              </a:rPr>
              <a:t>ROUTER EMPRESARIAL</a:t>
            </a:r>
          </a:p>
        </p:txBody>
      </p:sp>
      <p:pic>
        <p:nvPicPr>
          <p:cNvPr id="93" name="Marcador de Posição da Imagem 39">
            <a:extLst>
              <a:ext uri="{FF2B5EF4-FFF2-40B4-BE49-F238E27FC236}">
                <a16:creationId xmlns:a16="http://schemas.microsoft.com/office/drawing/2014/main" id="{75EFF7E4-D06C-13AB-DB0D-2FA6AA6A88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05025" y="1254754"/>
            <a:ext cx="1609344" cy="16093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</p:pic>
      <p:sp>
        <p:nvSpPr>
          <p:cNvPr id="95" name="Marcador de Posição do Texto 9">
            <a:extLst>
              <a:ext uri="{FF2B5EF4-FFF2-40B4-BE49-F238E27FC236}">
                <a16:creationId xmlns:a16="http://schemas.microsoft.com/office/drawing/2014/main" id="{25F79258-97F4-7C97-49AF-B7B30328E722}"/>
              </a:ext>
            </a:extLst>
          </p:cNvPr>
          <p:cNvSpPr txBox="1">
            <a:spLocks/>
          </p:cNvSpPr>
          <p:nvPr/>
        </p:nvSpPr>
        <p:spPr>
          <a:xfrm>
            <a:off x="8022729" y="2936392"/>
            <a:ext cx="1691640" cy="650240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t">
            <a:no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>
                <a:latin typeface="+mj-lt"/>
              </a:rPr>
              <a:t>Router sem fios (Wi-Fi)</a:t>
            </a:r>
          </a:p>
        </p:txBody>
      </p:sp>
      <p:pic>
        <p:nvPicPr>
          <p:cNvPr id="96" name="Marcador de Posição da Imagem 111">
            <a:extLst>
              <a:ext uri="{FF2B5EF4-FFF2-40B4-BE49-F238E27FC236}">
                <a16:creationId xmlns:a16="http://schemas.microsoft.com/office/drawing/2014/main" id="{995DB49A-9055-C1B0-61C7-45F9E72F69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765188" y="3842512"/>
            <a:ext cx="1609344" cy="16093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</p:pic>
      <p:sp>
        <p:nvSpPr>
          <p:cNvPr id="98" name="Marcador de Posição do Texto 102">
            <a:extLst>
              <a:ext uri="{FF2B5EF4-FFF2-40B4-BE49-F238E27FC236}">
                <a16:creationId xmlns:a16="http://schemas.microsoft.com/office/drawing/2014/main" id="{D49437DC-1FC2-9DD0-074A-74C663D43038}"/>
              </a:ext>
            </a:extLst>
          </p:cNvPr>
          <p:cNvSpPr txBox="1">
            <a:spLocks/>
          </p:cNvSpPr>
          <p:nvPr/>
        </p:nvSpPr>
        <p:spPr>
          <a:xfrm>
            <a:off x="3669015" y="5603246"/>
            <a:ext cx="1801689" cy="641096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t">
            <a:no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>
                <a:latin typeface="+mj-lt"/>
              </a:rPr>
              <a:t>ROUTER PORTÁTIL</a:t>
            </a:r>
          </a:p>
        </p:txBody>
      </p:sp>
      <p:pic>
        <p:nvPicPr>
          <p:cNvPr id="114" name="Marcador de Posição da Imagem 45">
            <a:extLst>
              <a:ext uri="{FF2B5EF4-FFF2-40B4-BE49-F238E27FC236}">
                <a16:creationId xmlns:a16="http://schemas.microsoft.com/office/drawing/2014/main" id="{7E103BC6-69AB-B3F5-2EB7-B2D05906E3A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36113" y="3818128"/>
            <a:ext cx="1609344" cy="16093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</p:pic>
      <p:sp>
        <p:nvSpPr>
          <p:cNvPr id="116" name="Marcador de Posição do Texto 103">
            <a:extLst>
              <a:ext uri="{FF2B5EF4-FFF2-40B4-BE49-F238E27FC236}">
                <a16:creationId xmlns:a16="http://schemas.microsoft.com/office/drawing/2014/main" id="{C3FA3970-6386-7DDB-2972-3E87D217BC06}"/>
              </a:ext>
            </a:extLst>
          </p:cNvPr>
          <p:cNvSpPr txBox="1">
            <a:spLocks/>
          </p:cNvSpPr>
          <p:nvPr/>
        </p:nvSpPr>
        <p:spPr>
          <a:xfrm>
            <a:off x="6539941" y="5603246"/>
            <a:ext cx="1801688" cy="641096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t">
            <a:no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>
                <a:latin typeface="+mj-lt"/>
              </a:rPr>
              <a:t>ROUTER GAMING</a:t>
            </a:r>
          </a:p>
        </p:txBody>
      </p:sp>
    </p:spTree>
    <p:extLst>
      <p:ext uri="{BB962C8B-B14F-4D97-AF65-F5344CB8AC3E}">
        <p14:creationId xmlns:p14="http://schemas.microsoft.com/office/powerpoint/2010/main" val="95698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2" grpId="0" animBg="1"/>
      <p:bldP spid="95" grpId="0" animBg="1"/>
      <p:bldP spid="98" grpId="0" animBg="1"/>
      <p:bldP spid="1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7008789-8D5C-35C3-4116-40899E78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952" y="103711"/>
            <a:ext cx="11256264" cy="51206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3900" dirty="0"/>
              <a:t>Marcas Mais Relevantes</a:t>
            </a:r>
          </a:p>
        </p:txBody>
      </p:sp>
      <p:pic>
        <p:nvPicPr>
          <p:cNvPr id="30" name="Marcador de Posição da Imagem 29">
            <a:extLst>
              <a:ext uri="{FF2B5EF4-FFF2-40B4-BE49-F238E27FC236}">
                <a16:creationId xmlns:a16="http://schemas.microsoft.com/office/drawing/2014/main" id="{728E0D4F-725A-30CD-A267-9D3F60BA364F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l="546" r="546"/>
          <a:stretch/>
        </p:blipFill>
        <p:spPr/>
      </p:pic>
      <p:sp>
        <p:nvSpPr>
          <p:cNvPr id="28" name="Marcador de Posição do Texto 27">
            <a:extLst>
              <a:ext uri="{FF2B5EF4-FFF2-40B4-BE49-F238E27FC236}">
                <a16:creationId xmlns:a16="http://schemas.microsoft.com/office/drawing/2014/main" id="{591EEFEC-79B8-34B1-A486-E13D8CB1D3C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/>
              <a:t>1</a:t>
            </a:r>
          </a:p>
        </p:txBody>
      </p:sp>
      <p:sp>
        <p:nvSpPr>
          <p:cNvPr id="23" name="Marcador de Posição do Texto 22">
            <a:extLst>
              <a:ext uri="{FF2B5EF4-FFF2-40B4-BE49-F238E27FC236}">
                <a16:creationId xmlns:a16="http://schemas.microsoft.com/office/drawing/2014/main" id="{20410F17-64F4-CE1C-23DD-9D6AB5BCDFB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 err="1"/>
              <a:t>Tp</a:t>
            </a:r>
            <a:r>
              <a:rPr lang="pt-PT" dirty="0"/>
              <a:t>-link</a:t>
            </a:r>
          </a:p>
        </p:txBody>
      </p:sp>
      <p:sp>
        <p:nvSpPr>
          <p:cNvPr id="22" name="Marcador de Posição de Conteúdo 21">
            <a:extLst>
              <a:ext uri="{FF2B5EF4-FFF2-40B4-BE49-F238E27FC236}">
                <a16:creationId xmlns:a16="http://schemas.microsoft.com/office/drawing/2014/main" id="{89A8F527-A476-D33C-5292-F9F968A8DCB8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207007" y="5788152"/>
            <a:ext cx="2843784" cy="532461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1600" dirty="0"/>
              <a:t>MUITO COMUM EM CASAS</a:t>
            </a:r>
          </a:p>
        </p:txBody>
      </p:sp>
      <p:sp>
        <p:nvSpPr>
          <p:cNvPr id="15" name="Marcador de Posição do Texto 14">
            <a:extLst>
              <a:ext uri="{FF2B5EF4-FFF2-40B4-BE49-F238E27FC236}">
                <a16:creationId xmlns:a16="http://schemas.microsoft.com/office/drawing/2014/main" id="{04D4D02F-6C26-0504-EA3C-656C7E0E79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474" y="1151213"/>
            <a:ext cx="2843784" cy="46634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ASUS</a:t>
            </a:r>
          </a:p>
        </p:txBody>
      </p:sp>
      <p:sp>
        <p:nvSpPr>
          <p:cNvPr id="14" name="Marcador de Posição de Conteúdo 13">
            <a:extLst>
              <a:ext uri="{FF2B5EF4-FFF2-40B4-BE49-F238E27FC236}">
                <a16:creationId xmlns:a16="http://schemas.microsoft.com/office/drawing/2014/main" id="{87A81DEE-36A8-8E83-7586-77EF3AA4449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28476" y="1631384"/>
            <a:ext cx="2207834" cy="976916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1600" dirty="0"/>
              <a:t>BOA VELOCIDADE E DESEMPENHO</a:t>
            </a:r>
          </a:p>
          <a:p>
            <a:pPr rtl="0"/>
            <a:endParaRPr lang="pt-PT" dirty="0"/>
          </a:p>
        </p:txBody>
      </p:sp>
      <p:sp>
        <p:nvSpPr>
          <p:cNvPr id="26" name="Marcador de Posição do Texto 25">
            <a:extLst>
              <a:ext uri="{FF2B5EF4-FFF2-40B4-BE49-F238E27FC236}">
                <a16:creationId xmlns:a16="http://schemas.microsoft.com/office/drawing/2014/main" id="{166BCC44-E426-778C-0072-2404FC59685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28476" y="3426274"/>
            <a:ext cx="292608" cy="292608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2</a:t>
            </a:r>
          </a:p>
        </p:txBody>
      </p:sp>
      <p:sp>
        <p:nvSpPr>
          <p:cNvPr id="19" name="Marcador de Posição do Texto 18">
            <a:extLst>
              <a:ext uri="{FF2B5EF4-FFF2-40B4-BE49-F238E27FC236}">
                <a16:creationId xmlns:a16="http://schemas.microsoft.com/office/drawing/2014/main" id="{A2FFF066-0D5B-A2B5-4C1C-3456E8FD17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34474" y="3992389"/>
            <a:ext cx="2843784" cy="46634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CISCO</a:t>
            </a:r>
          </a:p>
        </p:txBody>
      </p:sp>
      <p:sp>
        <p:nvSpPr>
          <p:cNvPr id="18" name="Marcador de Posição de Conteúdo 17">
            <a:extLst>
              <a:ext uri="{FF2B5EF4-FFF2-40B4-BE49-F238E27FC236}">
                <a16:creationId xmlns:a16="http://schemas.microsoft.com/office/drawing/2014/main" id="{420E684B-901E-703B-0B33-8BAA174DCF4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634474" y="4444279"/>
            <a:ext cx="2843784" cy="56489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1600" dirty="0"/>
              <a:t>UTILIZADA EM EMPRESAS PROFISSIONAIS</a:t>
            </a:r>
          </a:p>
          <a:p>
            <a:pPr rtl="0"/>
            <a:endParaRPr lang="pt-PT" dirty="0"/>
          </a:p>
        </p:txBody>
      </p:sp>
      <p:sp>
        <p:nvSpPr>
          <p:cNvPr id="27" name="Marcador de Posição do Texto 26">
            <a:extLst>
              <a:ext uri="{FF2B5EF4-FFF2-40B4-BE49-F238E27FC236}">
                <a16:creationId xmlns:a16="http://schemas.microsoft.com/office/drawing/2014/main" id="{3A18FB64-03FF-94A9-83EA-3239585DA9F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628476" y="6027174"/>
            <a:ext cx="292608" cy="292608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3</a:t>
            </a:r>
          </a:p>
        </p:txBody>
      </p:sp>
      <p:sp>
        <p:nvSpPr>
          <p:cNvPr id="16" name="Marcador de Posição do Texto 15">
            <a:extLst>
              <a:ext uri="{FF2B5EF4-FFF2-40B4-BE49-F238E27FC236}">
                <a16:creationId xmlns:a16="http://schemas.microsoft.com/office/drawing/2014/main" id="{B46A68C5-625F-D2FB-7C49-18EA59AE91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46005" y="1185736"/>
            <a:ext cx="2843784" cy="46634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HUAWEI</a:t>
            </a:r>
          </a:p>
        </p:txBody>
      </p:sp>
      <p:sp>
        <p:nvSpPr>
          <p:cNvPr id="13" name="Marcador de Posição de Conteúdo 12">
            <a:extLst>
              <a:ext uri="{FF2B5EF4-FFF2-40B4-BE49-F238E27FC236}">
                <a16:creationId xmlns:a16="http://schemas.microsoft.com/office/drawing/2014/main" id="{40957F64-81E7-85C4-C3BA-C0E47331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4236" y="1646388"/>
            <a:ext cx="2843784" cy="57458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1600" dirty="0"/>
              <a:t>ROUTERS MODERNOS E RÁPIDOS</a:t>
            </a:r>
          </a:p>
          <a:p>
            <a:pPr rtl="0"/>
            <a:endParaRPr lang="pt-PT" dirty="0"/>
          </a:p>
        </p:txBody>
      </p:sp>
      <p:sp>
        <p:nvSpPr>
          <p:cNvPr id="24" name="Marcador de Posição do Texto 23">
            <a:extLst>
              <a:ext uri="{FF2B5EF4-FFF2-40B4-BE49-F238E27FC236}">
                <a16:creationId xmlns:a16="http://schemas.microsoft.com/office/drawing/2014/main" id="{BFCE275E-DEC7-8BE6-16C8-BF6EC3D717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946005" y="3421090"/>
            <a:ext cx="292608" cy="292608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/>
              <a:t>4</a:t>
            </a:r>
          </a:p>
        </p:txBody>
      </p:sp>
      <p:sp>
        <p:nvSpPr>
          <p:cNvPr id="20" name="Marcador de Posição do Texto 19">
            <a:extLst>
              <a:ext uri="{FF2B5EF4-FFF2-40B4-BE49-F238E27FC236}">
                <a16:creationId xmlns:a16="http://schemas.microsoft.com/office/drawing/2014/main" id="{294EB24C-54F5-4058-6336-82E3D10E43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46005" y="3992389"/>
            <a:ext cx="2843784" cy="46634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D-LINK</a:t>
            </a:r>
          </a:p>
        </p:txBody>
      </p:sp>
      <p:sp>
        <p:nvSpPr>
          <p:cNvPr id="17" name="Marcador de Posição de Conteúdo 16">
            <a:extLst>
              <a:ext uri="{FF2B5EF4-FFF2-40B4-BE49-F238E27FC236}">
                <a16:creationId xmlns:a16="http://schemas.microsoft.com/office/drawing/2014/main" id="{E43D535A-42E0-89A0-974B-6D70A6F7BF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946005" y="4403385"/>
            <a:ext cx="2843784" cy="56489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1600" dirty="0"/>
              <a:t>FÁCIL CONFIGURAÇÃO DOMÉSTICA</a:t>
            </a:r>
          </a:p>
          <a:p>
            <a:pPr rtl="0"/>
            <a:endParaRPr lang="pt-PT" dirty="0"/>
          </a:p>
        </p:txBody>
      </p:sp>
      <p:sp>
        <p:nvSpPr>
          <p:cNvPr id="25" name="Marcador de Posição do Texto 24">
            <a:extLst>
              <a:ext uri="{FF2B5EF4-FFF2-40B4-BE49-F238E27FC236}">
                <a16:creationId xmlns:a16="http://schemas.microsoft.com/office/drawing/2014/main" id="{EED55D36-A275-E604-BF57-9CF0376FA9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6005" y="6027174"/>
            <a:ext cx="292608" cy="292608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/>
              <a:t>5</a:t>
            </a:r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40A6AAEE-D2F6-426F-F40F-63B43E5A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0" y="6517634"/>
            <a:ext cx="1101661" cy="285502"/>
          </a:xfrm>
        </p:spPr>
        <p:txBody>
          <a:bodyPr/>
          <a:lstStyle/>
          <a:p>
            <a:pPr rtl="0"/>
            <a:fld id="{27F65367-679E-44E2-913C-EF01AC2C3AD1}" type="datetime3">
              <a:rPr lang="pt-PT" noProof="0" smtClean="0"/>
              <a:t>14.10.26</a:t>
            </a:fld>
            <a:endParaRPr lang="pt-PT" noProof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7E50E2A-2DC4-C7CE-770A-93B1C4EC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/>
              <a:t>UFCD 0763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D89B0D9-1D26-8F58-DBCB-B12E9F0D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4D792B7-0397-C047-AE12-1A03F7E3DC83}" type="slidenum">
              <a:rPr lang="pt-PT" noProof="0" smtClean="0"/>
              <a:t>6</a:t>
            </a:fld>
            <a:endParaRPr lang="pt-PT" noProof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2E5B2A-26E9-A395-14A8-95EE80738D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62945" y="2291624"/>
            <a:ext cx="1226036" cy="122603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68E0390-5CE6-D632-9255-6236E3A88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280" y="4979792"/>
            <a:ext cx="1206978" cy="1206978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839CBC1-C1D8-97B8-A5D0-4354F97CF5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4048" y="4970263"/>
            <a:ext cx="1226037" cy="1226037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3EE3F01B-5DDE-9226-36DC-CDFF3550AE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1984" y="2283703"/>
            <a:ext cx="1226036" cy="122603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5E5F8CFC-C0CF-BBE4-B211-637FEF5CBC94}"/>
              </a:ext>
            </a:extLst>
          </p:cNvPr>
          <p:cNvSpPr txBox="1"/>
          <p:nvPr/>
        </p:nvSpPr>
        <p:spPr>
          <a:xfrm>
            <a:off x="521182" y="617376"/>
            <a:ext cx="11147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ESTAS MARCAS FABRICAM ROUTERS UTILIZADOS EM CASAS E EMPRESAS EM TODO O MUNDO.</a:t>
            </a:r>
          </a:p>
        </p:txBody>
      </p:sp>
    </p:spTree>
    <p:extLst>
      <p:ext uri="{BB962C8B-B14F-4D97-AF65-F5344CB8AC3E}">
        <p14:creationId xmlns:p14="http://schemas.microsoft.com/office/powerpoint/2010/main" val="169959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7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  <p:bldP spid="22" grpId="0" build="p"/>
      <p:bldP spid="15" grpId="0" build="p"/>
      <p:bldP spid="14" grpId="0" build="p"/>
      <p:bldP spid="19" grpId="0" build="p"/>
      <p:bldP spid="18" grpId="0" build="p"/>
      <p:bldP spid="16" grpId="0" build="p"/>
      <p:bldP spid="13" grpId="0" build="p"/>
      <p:bldP spid="20" grpId="0" build="p"/>
      <p:bldP spid="1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DE614-BB1F-4FE6-28DD-8F8901359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3152"/>
            <a:ext cx="5943600" cy="900242"/>
          </a:xfrm>
        </p:spPr>
        <p:txBody>
          <a:bodyPr rtlCol="0"/>
          <a:lstStyle>
            <a:defPPr>
              <a:defRPr lang="en-US"/>
            </a:defPPr>
          </a:lstStyle>
          <a:p>
            <a:r>
              <a:rPr lang="pt-PT" sz="3900" dirty="0"/>
              <a:t>Exemplo Prático</a:t>
            </a:r>
          </a:p>
        </p:txBody>
      </p:sp>
      <p:pic>
        <p:nvPicPr>
          <p:cNvPr id="22" name="Marcador de Posição da Imagem 21" descr="Router sem fios destaque">
            <a:extLst>
              <a:ext uri="{FF2B5EF4-FFF2-40B4-BE49-F238E27FC236}">
                <a16:creationId xmlns:a16="http://schemas.microsoft.com/office/drawing/2014/main" id="{1CCEEF0C-7137-AE61-A2B9-54E913872F4F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/>
      </p:pic>
      <p:sp>
        <p:nvSpPr>
          <p:cNvPr id="9" name="Marcador de Posição do Texto 8">
            <a:extLst>
              <a:ext uri="{FF2B5EF4-FFF2-40B4-BE49-F238E27FC236}">
                <a16:creationId xmlns:a16="http://schemas.microsoft.com/office/drawing/2014/main" id="{48A3CB3A-3C1D-EEA2-FBEC-E3EB0952B734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86446" y="2623935"/>
            <a:ext cx="1210646" cy="969264"/>
          </a:xfrm>
        </p:spPr>
        <p:txBody>
          <a:bodyPr rtlCol="0"/>
          <a:lstStyle>
            <a:defPPr>
              <a:defRPr lang="en-US"/>
            </a:defPPr>
          </a:lstStyle>
          <a:p>
            <a:pPr algn="ctr" rtl="0"/>
            <a:r>
              <a:rPr lang="pt-PT" sz="1600" dirty="0"/>
              <a:t>O ROUTER RECEBE INTERNET</a:t>
            </a:r>
          </a:p>
        </p:txBody>
      </p:sp>
      <p:pic>
        <p:nvPicPr>
          <p:cNvPr id="26" name="Marcador de Posição da Imagem 25" descr="Portátil destaque">
            <a:extLst>
              <a:ext uri="{FF2B5EF4-FFF2-40B4-BE49-F238E27FC236}">
                <a16:creationId xmlns:a16="http://schemas.microsoft.com/office/drawing/2014/main" id="{67716731-435C-6E7B-8CDB-CBEC80D82CBB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7" name="Marcador de Posição do Texto 6">
            <a:extLst>
              <a:ext uri="{FF2B5EF4-FFF2-40B4-BE49-F238E27FC236}">
                <a16:creationId xmlns:a16="http://schemas.microsoft.com/office/drawing/2014/main" id="{4615201F-C25F-E02A-E5B9-551D5347D8D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934241" y="1732788"/>
            <a:ext cx="844788" cy="466344"/>
          </a:xfrm>
          <a:solidFill>
            <a:srgbClr val="59512B"/>
          </a:solidFill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2000" dirty="0"/>
              <a:t>LIGA:</a:t>
            </a:r>
          </a:p>
        </p:txBody>
      </p:sp>
      <p:sp>
        <p:nvSpPr>
          <p:cNvPr id="12" name="Marcador de Posição do Texto 11">
            <a:extLst>
              <a:ext uri="{FF2B5EF4-FFF2-40B4-BE49-F238E27FC236}">
                <a16:creationId xmlns:a16="http://schemas.microsoft.com/office/drawing/2014/main" id="{F2EE0554-4B11-BFC9-F4CC-37F1E198EBD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971484" y="2619510"/>
            <a:ext cx="1907655" cy="507738"/>
          </a:xfrm>
        </p:spPr>
        <p:txBody>
          <a:bodyPr rtlCol="0"/>
          <a:lstStyle>
            <a:defPPr>
              <a:defRPr lang="en-US"/>
            </a:defPPr>
          </a:lstStyle>
          <a:p>
            <a:pPr algn="ctr" rtl="0"/>
            <a:r>
              <a:rPr lang="pt-PT" sz="1600" dirty="0"/>
              <a:t>COMPUTADORES</a:t>
            </a:r>
          </a:p>
        </p:txBody>
      </p:sp>
      <p:pic>
        <p:nvPicPr>
          <p:cNvPr id="28" name="Marcador de Posição da Imagem 27" descr="smartphone destaque">
            <a:extLst>
              <a:ext uri="{FF2B5EF4-FFF2-40B4-BE49-F238E27FC236}">
                <a16:creationId xmlns:a16="http://schemas.microsoft.com/office/drawing/2014/main" id="{111FD543-AF55-85D8-8F00-A74E13ECFE06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3" name="Marcador de Posição do Texto 12">
            <a:extLst>
              <a:ext uri="{FF2B5EF4-FFF2-40B4-BE49-F238E27FC236}">
                <a16:creationId xmlns:a16="http://schemas.microsoft.com/office/drawing/2014/main" id="{4482DB0E-BFC5-6EA0-ED7E-2C1A27B3ADC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519121" y="2643205"/>
            <a:ext cx="1420958" cy="547067"/>
          </a:xfrm>
        </p:spPr>
        <p:txBody>
          <a:bodyPr rtlCol="0"/>
          <a:lstStyle>
            <a:defPPr>
              <a:defRPr lang="en-US"/>
            </a:defPPr>
          </a:lstStyle>
          <a:p>
            <a:pPr algn="ctr" rtl="0"/>
            <a:r>
              <a:rPr lang="pt-PT" sz="1600" dirty="0"/>
              <a:t>TELEMÓVEIS</a:t>
            </a:r>
          </a:p>
        </p:txBody>
      </p:sp>
      <p:pic>
        <p:nvPicPr>
          <p:cNvPr id="30" name="Marcador de Posição da Imagem 29" descr="Televisão destaque">
            <a:extLst>
              <a:ext uri="{FF2B5EF4-FFF2-40B4-BE49-F238E27FC236}">
                <a16:creationId xmlns:a16="http://schemas.microsoft.com/office/drawing/2014/main" id="{558A5BBC-FD0F-97B5-4AC5-7A33D237BC4D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0" name="Marcador de Posição do Texto 9">
            <a:extLst>
              <a:ext uri="{FF2B5EF4-FFF2-40B4-BE49-F238E27FC236}">
                <a16:creationId xmlns:a16="http://schemas.microsoft.com/office/drawing/2014/main" id="{5C75B409-1DFF-B9B8-3F72-4BDF79FA91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93191" y="2643205"/>
            <a:ext cx="1592290" cy="655222"/>
          </a:xfrm>
        </p:spPr>
        <p:txBody>
          <a:bodyPr rtlCol="0"/>
          <a:lstStyle>
            <a:defPPr>
              <a:defRPr lang="en-US"/>
            </a:defPPr>
          </a:lstStyle>
          <a:p>
            <a:pPr algn="ctr" rtl="0"/>
            <a:r>
              <a:rPr lang="pt-PT" sz="1600" dirty="0"/>
              <a:t>TELEVISÕES; ETC</a:t>
            </a:r>
          </a:p>
        </p:txBody>
      </p:sp>
      <p:sp>
        <p:nvSpPr>
          <p:cNvPr id="14" name="Marcador de Posição da Data 13">
            <a:extLst>
              <a:ext uri="{FF2B5EF4-FFF2-40B4-BE49-F238E27FC236}">
                <a16:creationId xmlns:a16="http://schemas.microsoft.com/office/drawing/2014/main" id="{5832FEC8-5378-D15D-A414-77C7C4AA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1058252" cy="274320"/>
          </a:xfrm>
        </p:spPr>
        <p:txBody>
          <a:bodyPr/>
          <a:lstStyle/>
          <a:p>
            <a:pPr rtl="0"/>
            <a:fld id="{A58BF923-F5DC-48A3-9EDE-A6ACD32E5663}" type="datetime3">
              <a:rPr lang="pt-PT" noProof="0" smtClean="0"/>
              <a:t>14.10.26</a:t>
            </a:fld>
            <a:endParaRPr lang="pt-PT" noProof="0" dirty="0"/>
          </a:p>
        </p:txBody>
      </p:sp>
      <p:sp>
        <p:nvSpPr>
          <p:cNvPr id="15" name="Marcador de Posição do Rodapé 14">
            <a:extLst>
              <a:ext uri="{FF2B5EF4-FFF2-40B4-BE49-F238E27FC236}">
                <a16:creationId xmlns:a16="http://schemas.microsoft.com/office/drawing/2014/main" id="{411FABC1-F78E-97CB-26B3-4CC27A0B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/>
              <a:t>UFCD 0763</a:t>
            </a:r>
          </a:p>
        </p:txBody>
      </p:sp>
      <p:sp>
        <p:nvSpPr>
          <p:cNvPr id="16" name="Marcador de Posição do Número do Diapositivo 15">
            <a:extLst>
              <a:ext uri="{FF2B5EF4-FFF2-40B4-BE49-F238E27FC236}">
                <a16:creationId xmlns:a16="http://schemas.microsoft.com/office/drawing/2014/main" id="{16378E3A-D15D-2488-22D8-61C17A79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4D792B7-0397-C047-AE12-1A03F7E3DC83}" type="slidenum">
              <a:rPr lang="pt-PT" noProof="0" smtClean="0"/>
              <a:pPr rtl="0"/>
              <a:t>7</a:t>
            </a:fld>
            <a:endParaRPr lang="pt-PT" noProof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BC68080-240A-5FD9-FC14-4DB82F1B0E12}"/>
              </a:ext>
            </a:extLst>
          </p:cNvPr>
          <p:cNvSpPr txBox="1"/>
          <p:nvPr/>
        </p:nvSpPr>
        <p:spPr>
          <a:xfrm>
            <a:off x="1814293" y="4264481"/>
            <a:ext cx="85607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dirty="0">
                <a:solidFill>
                  <a:schemeClr val="accent1"/>
                </a:solidFill>
                <a:latin typeface="+mj-lt"/>
              </a:rPr>
              <a:t>SEM O ROUTER, APENAS UM DISPOSITIVO CONSEGUIRIA UTILIZAR A LIGAÇÃO DE INTERNET.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18CC08F-C93B-16A3-10E8-0D0DD09C01D1}"/>
              </a:ext>
            </a:extLst>
          </p:cNvPr>
          <p:cNvSpPr txBox="1"/>
          <p:nvPr/>
        </p:nvSpPr>
        <p:spPr>
          <a:xfrm>
            <a:off x="640080" y="804220"/>
            <a:ext cx="2595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chemeClr val="accent1"/>
                </a:solidFill>
              </a:rPr>
              <a:t>NUMA CASA:</a:t>
            </a:r>
          </a:p>
        </p:txBody>
      </p:sp>
      <p:pic>
        <p:nvPicPr>
          <p:cNvPr id="33" name="Marcador de Posição da Imagem 23" descr="Rede de utilizadores destaque">
            <a:extLst>
              <a:ext uri="{FF2B5EF4-FFF2-40B4-BE49-F238E27FC236}">
                <a16:creationId xmlns:a16="http://schemas.microsoft.com/office/drawing/2014/main" id="{814065BF-ED5E-9123-1EA5-4AECDFE33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414016" y="1481328"/>
            <a:ext cx="969264" cy="9692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</p:pic>
      <p:sp>
        <p:nvSpPr>
          <p:cNvPr id="34" name="Marcador de Posição do Texto 10">
            <a:extLst>
              <a:ext uri="{FF2B5EF4-FFF2-40B4-BE49-F238E27FC236}">
                <a16:creationId xmlns:a16="http://schemas.microsoft.com/office/drawing/2014/main" id="{D277783F-7AAC-B0DE-3C4D-A0F3ADD03AA6}"/>
              </a:ext>
            </a:extLst>
          </p:cNvPr>
          <p:cNvSpPr txBox="1">
            <a:spLocks/>
          </p:cNvSpPr>
          <p:nvPr/>
        </p:nvSpPr>
        <p:spPr>
          <a:xfrm>
            <a:off x="2293325" y="2647334"/>
            <a:ext cx="1210646" cy="5856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8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1600" dirty="0"/>
              <a:t>DISTRIBUI WI-FI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32383A62-20F5-BA8E-75FF-A0F34601A3D3}"/>
              </a:ext>
            </a:extLst>
          </p:cNvPr>
          <p:cNvSpPr txBox="1"/>
          <p:nvPr/>
        </p:nvSpPr>
        <p:spPr>
          <a:xfrm>
            <a:off x="0" y="5545394"/>
            <a:ext cx="8714232" cy="432619"/>
          </a:xfrm>
          <a:prstGeom prst="rect">
            <a:avLst/>
          </a:prstGeom>
          <a:solidFill>
            <a:srgbClr val="59512B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541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7" grpId="0" uiExpand="1" build="p" animBg="1"/>
      <p:bldP spid="12" grpId="0" build="p"/>
      <p:bldP spid="13" grpId="0" build="p"/>
      <p:bldP spid="10" grpId="0" build="p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7BA72-039E-DC2E-355E-F1172D227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85" y="123879"/>
            <a:ext cx="5880689" cy="835528"/>
          </a:xfrm>
        </p:spPr>
        <p:txBody>
          <a:bodyPr rtlCol="0"/>
          <a:lstStyle>
            <a:defPPr>
              <a:defRPr lang="en-US"/>
            </a:defPPr>
          </a:lstStyle>
          <a:p>
            <a:r>
              <a:rPr lang="pt-PT" sz="3000" dirty="0"/>
              <a:t>Vantagens e Desvantagens</a:t>
            </a:r>
          </a:p>
        </p:txBody>
      </p:sp>
      <p:pic>
        <p:nvPicPr>
          <p:cNvPr id="50" name="Marcador de Posição da Imagem 49">
            <a:extLst>
              <a:ext uri="{FF2B5EF4-FFF2-40B4-BE49-F238E27FC236}">
                <a16:creationId xmlns:a16="http://schemas.microsoft.com/office/drawing/2014/main" id="{2916D8C7-8EA5-2E6F-F81A-B14A1E3F975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97" b="397"/>
          <a:stretch/>
        </p:blipFill>
        <p:spPr/>
      </p:pic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4CDDCB8-0DA6-16F3-B3CA-CF93D0760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VANTAGENS: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9BC2971-7886-2287-75E6-F484F930D5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1600" dirty="0"/>
              <a:t>LIGA VÁRIOS DISPOSITIVOS</a:t>
            </a:r>
          </a:p>
          <a:p>
            <a:pPr rtl="0"/>
            <a:r>
              <a:rPr lang="pt-PT" sz="1600" dirty="0"/>
              <a:t>UTILIZAÇÃO SIMPLES</a:t>
            </a:r>
          </a:p>
          <a:p>
            <a:pPr rtl="0"/>
            <a:r>
              <a:rPr lang="pt-PT" sz="1600" dirty="0"/>
              <a:t>PERMITE WI-FI</a:t>
            </a:r>
          </a:p>
          <a:p>
            <a:pPr rtl="0"/>
            <a:r>
              <a:rPr lang="pt-PT" sz="1600" dirty="0"/>
              <a:t>BOA VELOCIDADE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104A013-8896-5CD5-72E8-3B8EEA1D6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392" y="3629149"/>
            <a:ext cx="5183188" cy="46634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DESVANTAGENS: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80B2AD00-6CD2-E80D-01B6-8AF25A1EB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392" y="4277354"/>
            <a:ext cx="5183188" cy="119786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1600" dirty="0"/>
              <a:t>PODE PERDER SINAL</a:t>
            </a:r>
          </a:p>
          <a:p>
            <a:pPr rtl="0"/>
            <a:r>
              <a:rPr lang="pt-PT" sz="1600" dirty="0"/>
              <a:t>PRECISA DE CONFIGURAÇÃO</a:t>
            </a:r>
          </a:p>
          <a:p>
            <a:pPr rtl="0"/>
            <a:r>
              <a:rPr lang="pt-PT" sz="1600" dirty="0"/>
              <a:t>ALGUNS MODELOS SÃO CAROS</a:t>
            </a:r>
            <a:endParaRPr lang="pt-PT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2691F1DA-0EC5-7FAA-54B0-FBA93A60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1100708" cy="274320"/>
          </a:xfrm>
        </p:spPr>
        <p:txBody>
          <a:bodyPr/>
          <a:lstStyle/>
          <a:p>
            <a:pPr rtl="0"/>
            <a:fld id="{3C5DEC31-88CF-49F2-90AC-94C622292521}" type="datetime3">
              <a:rPr lang="pt-PT" noProof="0" smtClean="0"/>
              <a:t>14.10.26</a:t>
            </a:fld>
            <a:endParaRPr lang="pt-PT" noProof="0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A787227-9D4B-5342-623B-B649CA24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/>
              <a:t>UFCD 0763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C85F8E1D-395C-43BE-0FCF-380A6005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4D792B7-0397-C047-AE12-1A03F7E3DC83}" type="slidenum">
              <a:rPr lang="pt-PT" noProof="0" smtClean="0"/>
              <a:pPr rtl="0"/>
              <a:t>8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56580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AEB5D-C504-369F-0181-B4054907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5400" dirty="0"/>
              <a:t>Conclusão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B09CBDF-8587-28A0-CAD5-7A42FF722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0" y="1799303"/>
            <a:ext cx="8165592" cy="2589817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CONCLUINDO, O ROUTER É UM EQUIPAMENTO DE REDE MUITO IMPORTANTE NOS DIAS DE HOJE, PORQUE PERMITE LIGAR VÁRIOS DISPOSITIVOS À INTERNET AO MESMO TEMPO. ESTE EQUIPAMENTO É UTILIZADO EM CASAS, ESCOLAS E EMPRESAS, FACILITANDO A COMUNICAÇÃO E O ACESSO À INFORMAÇÃO. ALÉM DISSO, OS ROUTERS ATUAIS OFERECEM LIGAÇÕES RÁPIDAS, SEGURAS E SEM FIOS, TORNANDO A UTILIZAÇÃO DA INTERNET MAIS PRÁTICA NO DIA A DIA. CONCLUI-SE QUE O ROUTER É ESSENCIAL PARA O FUNCIONAMENTO DAS REDES MODERNAS.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EE25E11-85CD-E72A-6495-367ABC53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0" y="6517634"/>
            <a:ext cx="1117245" cy="274320"/>
          </a:xfrm>
        </p:spPr>
        <p:txBody>
          <a:bodyPr/>
          <a:lstStyle/>
          <a:p>
            <a:pPr rtl="0"/>
            <a:fld id="{C8D93725-77B6-4940-846D-7DC4600A7AC6}" type="datetime3">
              <a:rPr lang="pt-PT" noProof="0" smtClean="0"/>
              <a:t>14.10.26</a:t>
            </a:fld>
            <a:endParaRPr lang="pt-PT" noProof="0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9FE15C6-34C4-E74E-037C-920E5C6A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PT" noProof="0" dirty="0"/>
              <a:t>UFCD 0763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ABEBFEE3-7AAC-79DD-503B-FB9D3AC2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4D792B7-0397-C047-AE12-1A03F7E3DC83}" type="slidenum">
              <a:rPr lang="pt-PT" noProof="0" smtClean="0"/>
              <a:pPr rtl="0"/>
              <a:t>9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55338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8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8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8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8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8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D8761-2537-7A8E-AAF5-0200BA27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dirty="0"/>
              <a:t>OBRIGADO</a:t>
            </a:r>
          </a:p>
        </p:txBody>
      </p:sp>
      <p:pic>
        <p:nvPicPr>
          <p:cNvPr id="8" name="Marcador de Posição da Imagem 7">
            <a:extLst>
              <a:ext uri="{FF2B5EF4-FFF2-40B4-BE49-F238E27FC236}">
                <a16:creationId xmlns:a16="http://schemas.microsoft.com/office/drawing/2014/main" id="{3E013DA2-B732-4592-2541-5EA872C216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078"/>
                    </a14:imgEffect>
                    <a14:imgEffect>
                      <a14:brightnessContrast bright="-14000" contrast="-3000"/>
                    </a14:imgEffect>
                  </a14:imgLayer>
                </a14:imgProps>
              </a:ext>
            </a:extLst>
          </a:blip>
          <a:srcRect t="647" b="647"/>
          <a:stretch/>
        </p:blipFill>
        <p:spPr/>
      </p:pic>
      <p:sp>
        <p:nvSpPr>
          <p:cNvPr id="11" name="Marcador de Posição do Texto 10">
            <a:extLst>
              <a:ext uri="{FF2B5EF4-FFF2-40B4-BE49-F238E27FC236}">
                <a16:creationId xmlns:a16="http://schemas.microsoft.com/office/drawing/2014/main" id="{5C6928F1-4E3C-0C3A-F853-910AF3D194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14447" y="4137518"/>
            <a:ext cx="6697218" cy="134934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2000" dirty="0"/>
              <a:t>https://pt.wikipedia.org/wiki/Wikip%C3%A9dia:P%C3%A1gina_principal</a:t>
            </a:r>
            <a:endParaRPr lang="pt-PT" dirty="0"/>
          </a:p>
        </p:txBody>
      </p:sp>
      <p:sp>
        <p:nvSpPr>
          <p:cNvPr id="12" name="Marcador de Posição do Texto 11">
            <a:extLst>
              <a:ext uri="{FF2B5EF4-FFF2-40B4-BE49-F238E27FC236}">
                <a16:creationId xmlns:a16="http://schemas.microsoft.com/office/drawing/2014/main" id="{C07C030C-4EF2-A28B-3096-012353B7BA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4447" y="2910347"/>
            <a:ext cx="5953506" cy="1126871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2000" dirty="0"/>
              <a:t>APONTAMENTOS DA UFCD</a:t>
            </a:r>
          </a:p>
        </p:txBody>
      </p:sp>
      <p:sp>
        <p:nvSpPr>
          <p:cNvPr id="13" name="Marcador de Posição do Texto 12">
            <a:extLst>
              <a:ext uri="{FF2B5EF4-FFF2-40B4-BE49-F238E27FC236}">
                <a16:creationId xmlns:a16="http://schemas.microsoft.com/office/drawing/2014/main" id="{D48DB40D-F8D7-F5E6-8321-4297667541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14447" y="5760720"/>
            <a:ext cx="5953506" cy="73152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pt-PT" sz="2000" dirty="0"/>
              <a:t>https://gemini.google.com/app?hl=pt-PT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C9F8BD9-7747-42B3-D588-69C36A0F73AB}"/>
              </a:ext>
            </a:extLst>
          </p:cNvPr>
          <p:cNvSpPr txBox="1"/>
          <p:nvPr/>
        </p:nvSpPr>
        <p:spPr>
          <a:xfrm>
            <a:off x="5514447" y="2064774"/>
            <a:ext cx="4709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BIBLIOGRAFIA:</a:t>
            </a:r>
          </a:p>
        </p:txBody>
      </p:sp>
      <p:sp>
        <p:nvSpPr>
          <p:cNvPr id="4" name="Marcador de Posição do Rodapé 4">
            <a:extLst>
              <a:ext uri="{FF2B5EF4-FFF2-40B4-BE49-F238E27FC236}">
                <a16:creationId xmlns:a16="http://schemas.microsoft.com/office/drawing/2014/main" id="{9686D695-6D52-D163-BC2B-8562E5A60551}"/>
              </a:ext>
            </a:extLst>
          </p:cNvPr>
          <p:cNvSpPr txBox="1">
            <a:spLocks/>
          </p:cNvSpPr>
          <p:nvPr/>
        </p:nvSpPr>
        <p:spPr>
          <a:xfrm>
            <a:off x="4872540" y="6552187"/>
            <a:ext cx="1449602" cy="305813"/>
          </a:xfrm>
          <a:prstGeom prst="rect">
            <a:avLst/>
          </a:prstGeom>
        </p:spPr>
        <p:txBody>
          <a:bodyPr/>
          <a:lstStyle>
            <a:defPPr rtl="0">
              <a:defRPr lang="en-US"/>
            </a:defPPr>
            <a:lvl1pPr marL="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 spc="300" dirty="0">
                <a:latin typeface="Gill Sans Nova Light" panose="020B0302020104020203" pitchFamily="34" charset="0"/>
              </a:rPr>
              <a:t>UFCD 0763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7D29126-E12F-A282-A7FF-A4C5E97DF528}"/>
              </a:ext>
            </a:extLst>
          </p:cNvPr>
          <p:cNvSpPr txBox="1"/>
          <p:nvPr/>
        </p:nvSpPr>
        <p:spPr>
          <a:xfrm>
            <a:off x="11028894" y="6552187"/>
            <a:ext cx="12364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C8D93725-77B6-4940-846D-7DC4600A7AC6}" type="datetime3">
              <a:rPr lang="pt-PT" sz="1200" spc="300" noProof="0" smtClean="0">
                <a:latin typeface="Gill Sans Nova Light" panose="020B0302020104020203" pitchFamily="34" charset="0"/>
              </a:rPr>
              <a:pPr/>
              <a:t>14.10.26</a:t>
            </a:fld>
            <a:endParaRPr lang="pt-PT" sz="1200" spc="300" dirty="0">
              <a:latin typeface="Gill Sans Nova Light" panose="020B0302020104020203" pitchFamily="34" charset="0"/>
            </a:endParaRPr>
          </a:p>
        </p:txBody>
      </p:sp>
      <p:sp>
        <p:nvSpPr>
          <p:cNvPr id="7" name="Marcador de Posição do Número do Diapositivo 8">
            <a:extLst>
              <a:ext uri="{FF2B5EF4-FFF2-40B4-BE49-F238E27FC236}">
                <a16:creationId xmlns:a16="http://schemas.microsoft.com/office/drawing/2014/main" id="{4D7722BE-4ED7-ECE7-A230-11DFB94A4E09}"/>
              </a:ext>
            </a:extLst>
          </p:cNvPr>
          <p:cNvSpPr txBox="1">
            <a:spLocks/>
          </p:cNvSpPr>
          <p:nvPr/>
        </p:nvSpPr>
        <p:spPr>
          <a:xfrm>
            <a:off x="0" y="6552187"/>
            <a:ext cx="950258" cy="274320"/>
          </a:xfrm>
          <a:prstGeom prst="rect">
            <a:avLst/>
          </a:prstGeom>
        </p:spPr>
        <p:txBody>
          <a:bodyPr/>
          <a:lstStyle>
            <a:defPPr rtl="0">
              <a:defRPr lang="en-US"/>
            </a:defPPr>
            <a:lvl1pPr marL="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D792B7-0397-C047-AE12-1A03F7E3DC83}" type="slidenum">
              <a:rPr lang="pt-PT" sz="1200" spc="300" smtClean="0">
                <a:solidFill>
                  <a:schemeClr val="accent1"/>
                </a:solidFill>
                <a:latin typeface="Gill Sans Nova Light" panose="020B0302020104020203" pitchFamily="34" charset="0"/>
              </a:rPr>
              <a:pPr/>
              <a:t>10</a:t>
            </a:fld>
            <a:endParaRPr lang="pt-PT" spc="300" dirty="0">
              <a:solidFill>
                <a:schemeClr val="accent1"/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75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o Office">
  <a:themeElements>
    <a:clrScheme name="Custom 33">
      <a:dk1>
        <a:srgbClr val="000000"/>
      </a:dk1>
      <a:lt1>
        <a:srgbClr val="FFFFFF"/>
      </a:lt1>
      <a:dk2>
        <a:srgbClr val="59512B"/>
      </a:dk2>
      <a:lt2>
        <a:srgbClr val="E7E4E6"/>
      </a:lt2>
      <a:accent1>
        <a:srgbClr val="F8F4EC"/>
      </a:accent1>
      <a:accent2>
        <a:srgbClr val="474134"/>
      </a:accent2>
      <a:accent3>
        <a:srgbClr val="E5E0D8"/>
      </a:accent3>
      <a:accent4>
        <a:srgbClr val="B6A592"/>
      </a:accent4>
      <a:accent5>
        <a:srgbClr val="F4F0ED"/>
      </a:accent5>
      <a:accent6>
        <a:srgbClr val="CEC5A7"/>
      </a:accent6>
      <a:hlink>
        <a:srgbClr val="827D57"/>
      </a:hlink>
      <a:folHlink>
        <a:srgbClr val="867052"/>
      </a:folHlink>
    </a:clrScheme>
    <a:fontScheme name="Custom 3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8493494_TF33492763_Win32" id="{4C3101E4-0CC4-4596-8B33-0F498238CCB7}" vid="{613CA44F-5EA4-4288-B3FE-7F834AC4C83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B9CED55E8F8543BEFD54205924B97E" ma:contentTypeVersion="15" ma:contentTypeDescription="Create a new document." ma:contentTypeScope="" ma:versionID="7934cfc98febfa177962bc8a36be076c">
  <xsd:schema xmlns:xsd="http://www.w3.org/2001/XMLSchema" xmlns:xs="http://www.w3.org/2001/XMLSchema" xmlns:p="http://schemas.microsoft.com/office/2006/metadata/properties" xmlns:ns2="4f0d45a2-344c-4fe0-9811-4277bf2c2e17" xmlns:ns3="bb13cd20-357b-48a5-aff4-3bb4b52aae3e" targetNamespace="http://schemas.microsoft.com/office/2006/metadata/properties" ma:root="true" ma:fieldsID="aa190bc864bcebc737c679dbb323a16d" ns2:_="" ns3:_="">
    <xsd:import namespace="4f0d45a2-344c-4fe0-9811-4277bf2c2e17"/>
    <xsd:import namespace="bb13cd20-357b-48a5-aff4-3bb4b52aae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d45a2-344c-4fe0-9811-4277bf2c2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42cf434-6fa7-423d-b9b2-a30b23ae4b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13cd20-357b-48a5-aff4-3bb4b52aae3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8435a69-c5f6-4b2d-823a-b7e1eae613dc}" ma:internalName="TaxCatchAll" ma:showField="CatchAllData" ma:web="bb13cd20-357b-48a5-aff4-3bb4b52aae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13cd20-357b-48a5-aff4-3bb4b52aae3e" xsi:nil="true"/>
    <MediaServiceKeyPoints xmlns="4f0d45a2-344c-4fe0-9811-4277bf2c2e17" xsi:nil="true"/>
    <lcf76f155ced4ddcb4097134ff3c332f xmlns="4f0d45a2-344c-4fe0-9811-4277bf2c2e1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BB8FCA9-2C7D-45A4-87C8-02C272E9F4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3DD6FE-29DC-4C8C-9D19-97D6B59CBB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0d45a2-344c-4fe0-9811-4277bf2c2e17"/>
    <ds:schemaRef ds:uri="bb13cd20-357b-48a5-aff4-3bb4b52aae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9B373E-6FDE-4773-A0C6-CDA9846E30C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  <ds:schemaRef ds:uri="bb13cd20-357b-48a5-aff4-3bb4b52aae3e"/>
    <ds:schemaRef ds:uri="4f0d45a2-344c-4fe0-9811-4277bf2c2e17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Design urbano</Template>
  <TotalTime>524</TotalTime>
  <Words>604</Words>
  <Application>Microsoft Office PowerPoint</Application>
  <PresentationFormat>Ecrã Panorâmico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7" baseType="lpstr">
      <vt:lpstr>Arial</vt:lpstr>
      <vt:lpstr>Avenir Next LT Pro</vt:lpstr>
      <vt:lpstr>Calibri</vt:lpstr>
      <vt:lpstr>Felix Titling</vt:lpstr>
      <vt:lpstr>Gill Sans Nova Light</vt:lpstr>
      <vt:lpstr>Wingdings</vt:lpstr>
      <vt:lpstr>Tema do Office</vt:lpstr>
      <vt:lpstr>Router - Equipamento de Rede</vt:lpstr>
      <vt:lpstr>O que é um Router?</vt:lpstr>
      <vt:lpstr>Características do Router</vt:lpstr>
      <vt:lpstr>Forma de Funcionamento</vt:lpstr>
      <vt:lpstr>Tipos de Router</vt:lpstr>
      <vt:lpstr>Marcas Mais Relevantes</vt:lpstr>
      <vt:lpstr>Exemplo Prático</vt:lpstr>
      <vt:lpstr>Vantagens e Desvantagens</vt:lpstr>
      <vt:lpstr>Conclusão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Lopes</dc:creator>
  <cp:lastModifiedBy>Sofia Lopes</cp:lastModifiedBy>
  <cp:revision>6</cp:revision>
  <dcterms:created xsi:type="dcterms:W3CDTF">2026-05-11T08:00:24Z</dcterms:created>
  <dcterms:modified xsi:type="dcterms:W3CDTF">2026-10-14T11:13:13Z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0x0101003AB9CED55E8F8543BEFD54205924B97E</vt:lpwstr>
  </property>
  <property fmtid="{D5CDD505-2E9C-101B-9397-08002B2CF9AE}" pid="3" name="MediaServiceImageTags">
    <vt:lpwstr/>
  </property>
</Properties>
</file>